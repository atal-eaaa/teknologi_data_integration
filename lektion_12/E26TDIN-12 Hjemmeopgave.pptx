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7"/>
  </p:notesMasterIdLst>
  <p:sldIdLst>
    <p:sldId id="787" r:id="rId5"/>
    <p:sldId id="882" r:id="rId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74A"/>
    <a:srgbClr val="648646"/>
    <a:srgbClr val="D0937A"/>
    <a:srgbClr val="1C1B1E"/>
    <a:srgbClr val="1F1F1F"/>
    <a:srgbClr val="F7F7F7"/>
    <a:srgbClr val="569CC1"/>
    <a:srgbClr val="B81F32"/>
    <a:srgbClr val="ECE9E6"/>
    <a:srgbClr val="BED4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69B5DC-CD23-4065-9844-D967EEB526C6}" v="4" dt="2026-10-26T06:52:31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Ingen typografi, intet git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8985" autoAdjust="0"/>
  </p:normalViewPr>
  <p:slideViewPr>
    <p:cSldViewPr snapToGrid="0">
      <p:cViewPr varScale="1">
        <p:scale>
          <a:sx n="93" d="100"/>
          <a:sy n="93" d="100"/>
        </p:scale>
        <p:origin x="103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el Boje Christensen (lektor – akch@eaaa.dk)" userId="6fa706e3-6588-4f43-8f4d-12a9cabadb77" providerId="ADAL" clId="{2C3B4BF6-3722-4112-A680-F85E416198AA}"/>
    <pc:docChg chg="undo redo custSel addSld delSld modSld sldOrd">
      <pc:chgData name="Aksel Boje Christensen (lektor – akch@eaaa.dk)" userId="6fa706e3-6588-4f43-8f4d-12a9cabadb77" providerId="ADAL" clId="{2C3B4BF6-3722-4112-A680-F85E416198AA}" dt="2026-10-26T06:54:19.921" v="34337" actId="20577"/>
      <pc:docMkLst>
        <pc:docMk/>
      </pc:docMkLst>
      <pc:sldChg chg="del">
        <pc:chgData name="Aksel Boje Christensen (lektor – akch@eaaa.dk)" userId="6fa706e3-6588-4f43-8f4d-12a9cabadb77" providerId="ADAL" clId="{2C3B4BF6-3722-4112-A680-F85E416198AA}" dt="2026-10-26T06:48:23.236" v="34052" actId="47"/>
        <pc:sldMkLst>
          <pc:docMk/>
          <pc:sldMk cId="305545668" sldId="693"/>
        </pc:sldMkLst>
      </pc:sldChg>
      <pc:sldChg chg="modSp mod">
        <pc:chgData name="Aksel Boje Christensen (lektor – akch@eaaa.dk)" userId="6fa706e3-6588-4f43-8f4d-12a9cabadb77" providerId="ADAL" clId="{2C3B4BF6-3722-4112-A680-F85E416198AA}" dt="2026-10-26T06:48:50.124" v="34070" actId="20577"/>
        <pc:sldMkLst>
          <pc:docMk/>
          <pc:sldMk cId="1362165893" sldId="787"/>
        </pc:sldMkLst>
        <pc:spChg chg="mod">
          <ac:chgData name="Aksel Boje Christensen (lektor – akch@eaaa.dk)" userId="6fa706e3-6588-4f43-8f4d-12a9cabadb77" providerId="ADAL" clId="{2C3B4BF6-3722-4112-A680-F85E416198AA}" dt="2026-10-26T06:48:50.124" v="34070" actId="20577"/>
          <ac:spMkLst>
            <pc:docMk/>
            <pc:sldMk cId="1362165893" sldId="787"/>
            <ac:spMk id="5" creationId="{9F83BDFC-1EC8-D235-42C9-CE7CB956E856}"/>
          </ac:spMkLst>
        </pc:spChg>
        <pc:spChg chg="mod">
          <ac:chgData name="Aksel Boje Christensen (lektor – akch@eaaa.dk)" userId="6fa706e3-6588-4f43-8f4d-12a9cabadb77" providerId="ADAL" clId="{2C3B4BF6-3722-4112-A680-F85E416198AA}" dt="2026-10-23T07:14:43.445" v="34048" actId="313"/>
          <ac:spMkLst>
            <pc:docMk/>
            <pc:sldMk cId="1362165893" sldId="787"/>
            <ac:spMk id="6" creationId="{F0AD39EC-8D75-272F-68FF-5A906DC704AF}"/>
          </ac:spMkLst>
        </pc:spChg>
      </pc:sldChg>
      <pc:sldChg chg="add del">
        <pc:chgData name="Aksel Boje Christensen (lektor – akch@eaaa.dk)" userId="6fa706e3-6588-4f43-8f4d-12a9cabadb77" providerId="ADAL" clId="{2C3B4BF6-3722-4112-A680-F85E416198AA}" dt="2026-10-26T06:49:09.433" v="34072" actId="47"/>
        <pc:sldMkLst>
          <pc:docMk/>
          <pc:sldMk cId="2606852511" sldId="817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32473838" sldId="828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754011775" sldId="829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2837580846" sldId="830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954815465" sldId="831"/>
        </pc:sldMkLst>
      </pc:sldChg>
      <pc:sldChg chg="addSp delSp modSp new del mod modClrScheme chgLayout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451659198" sldId="832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684331557" sldId="833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3465050045" sldId="839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672222127" sldId="841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368038458" sldId="842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3735454763" sldId="843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1847283095" sldId="844"/>
        </pc:sldMkLst>
      </pc:sldChg>
      <pc:sldChg chg="modSp del mod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1896142185" sldId="850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1281562575" sldId="851"/>
        </pc:sldMkLst>
      </pc:sldChg>
      <pc:sldChg chg="addSp modSp del mod ord modAnim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3025111860" sldId="852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1922874154" sldId="853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2813267457" sldId="854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2824747502" sldId="855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3844114263" sldId="856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2167451089" sldId="857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1009405634" sldId="858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2428502311" sldId="862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657560928" sldId="863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4289124281" sldId="865"/>
        </pc:sldMkLst>
      </pc:sldChg>
      <pc:sldChg chg="delSp modSp del mod delAnim">
        <pc:chgData name="Aksel Boje Christensen (lektor – akch@eaaa.dk)" userId="6fa706e3-6588-4f43-8f4d-12a9cabadb77" providerId="ADAL" clId="{2C3B4BF6-3722-4112-A680-F85E416198AA}" dt="2026-10-26T06:49:05.554" v="34071" actId="47"/>
        <pc:sldMkLst>
          <pc:docMk/>
          <pc:sldMk cId="1585641339" sldId="866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1893377019" sldId="867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2327097058" sldId="869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2672608790" sldId="870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1421524465" sldId="871"/>
        </pc:sldMkLst>
      </pc:sldChg>
      <pc:sldChg chg="del">
        <pc:chgData name="Aksel Boje Christensen (lektor – akch@eaaa.dk)" userId="6fa706e3-6588-4f43-8f4d-12a9cabadb77" providerId="ADAL" clId="{2C3B4BF6-3722-4112-A680-F85E416198AA}" dt="2026-10-26T06:49:16.283" v="34074" actId="47"/>
        <pc:sldMkLst>
          <pc:docMk/>
          <pc:sldMk cId="1641711487" sldId="878"/>
        </pc:sldMkLst>
      </pc:sldChg>
      <pc:sldChg chg="add del">
        <pc:chgData name="Aksel Boje Christensen (lektor – akch@eaaa.dk)" userId="6fa706e3-6588-4f43-8f4d-12a9cabadb77" providerId="ADAL" clId="{2C3B4BF6-3722-4112-A680-F85E416198AA}" dt="2026-10-26T06:53:59.223" v="34334" actId="47"/>
        <pc:sldMkLst>
          <pc:docMk/>
          <pc:sldMk cId="1021268374" sldId="881"/>
        </pc:sldMkLst>
      </pc:sldChg>
      <pc:sldChg chg="addSp delSp modSp new del mod ord">
        <pc:chgData name="Aksel Boje Christensen (lektor – akch@eaaa.dk)" userId="6fa706e3-6588-4f43-8f4d-12a9cabadb77" providerId="ADAL" clId="{2C3B4BF6-3722-4112-A680-F85E416198AA}" dt="2026-10-26T06:48:38.130" v="34053" actId="2696"/>
        <pc:sldMkLst>
          <pc:docMk/>
          <pc:sldMk cId="3730940069" sldId="881"/>
        </pc:sldMkLst>
      </pc:sldChg>
      <pc:sldChg chg="addSp delSp modSp new mod ord modClrScheme chgLayout">
        <pc:chgData name="Aksel Boje Christensen (lektor – akch@eaaa.dk)" userId="6fa706e3-6588-4f43-8f4d-12a9cabadb77" providerId="ADAL" clId="{2C3B4BF6-3722-4112-A680-F85E416198AA}" dt="2026-10-26T06:54:19.921" v="34337" actId="20577"/>
        <pc:sldMkLst>
          <pc:docMk/>
          <pc:sldMk cId="865107493" sldId="882"/>
        </pc:sldMkLst>
        <pc:spChg chg="del">
          <ac:chgData name="Aksel Boje Christensen (lektor – akch@eaaa.dk)" userId="6fa706e3-6588-4f43-8f4d-12a9cabadb77" providerId="ADAL" clId="{2C3B4BF6-3722-4112-A680-F85E416198AA}" dt="2026-10-26T06:49:40.497" v="34076" actId="700"/>
          <ac:spMkLst>
            <pc:docMk/>
            <pc:sldMk cId="865107493" sldId="882"/>
            <ac:spMk id="2" creationId="{9CBDF42A-0321-CA05-B3DD-A32C730885E3}"/>
          </ac:spMkLst>
        </pc:spChg>
        <pc:spChg chg="del mod ord">
          <ac:chgData name="Aksel Boje Christensen (lektor – akch@eaaa.dk)" userId="6fa706e3-6588-4f43-8f4d-12a9cabadb77" providerId="ADAL" clId="{2C3B4BF6-3722-4112-A680-F85E416198AA}" dt="2026-10-26T06:49:40.497" v="34076" actId="700"/>
          <ac:spMkLst>
            <pc:docMk/>
            <pc:sldMk cId="865107493" sldId="882"/>
            <ac:spMk id="3" creationId="{9B268284-F17C-66D1-58A2-9247DEF52C96}"/>
          </ac:spMkLst>
        </pc:spChg>
        <pc:spChg chg="add del mod ord">
          <ac:chgData name="Aksel Boje Christensen (lektor – akch@eaaa.dk)" userId="6fa706e3-6588-4f43-8f4d-12a9cabadb77" providerId="ADAL" clId="{2C3B4BF6-3722-4112-A680-F85E416198AA}" dt="2026-10-26T06:49:45.422" v="34077" actId="478"/>
          <ac:spMkLst>
            <pc:docMk/>
            <pc:sldMk cId="865107493" sldId="882"/>
            <ac:spMk id="4" creationId="{EDFF435A-59C2-39C1-CFDC-032584A66721}"/>
          </ac:spMkLst>
        </pc:spChg>
        <pc:spChg chg="add mod ord">
          <ac:chgData name="Aksel Boje Christensen (lektor – akch@eaaa.dk)" userId="6fa706e3-6588-4f43-8f4d-12a9cabadb77" providerId="ADAL" clId="{2C3B4BF6-3722-4112-A680-F85E416198AA}" dt="2026-10-26T06:50:26.730" v="34103" actId="20577"/>
          <ac:spMkLst>
            <pc:docMk/>
            <pc:sldMk cId="865107493" sldId="882"/>
            <ac:spMk id="5" creationId="{CE328083-1F5D-9DFD-C4D1-868EAC110C95}"/>
          </ac:spMkLst>
        </pc:spChg>
        <pc:spChg chg="add mod ord">
          <ac:chgData name="Aksel Boje Christensen (lektor – akch@eaaa.dk)" userId="6fa706e3-6588-4f43-8f4d-12a9cabadb77" providerId="ADAL" clId="{2C3B4BF6-3722-4112-A680-F85E416198AA}" dt="2026-10-26T06:54:19.921" v="34337" actId="20577"/>
          <ac:spMkLst>
            <pc:docMk/>
            <pc:sldMk cId="865107493" sldId="882"/>
            <ac:spMk id="6" creationId="{C2D818D9-D655-CD11-81F7-88BFD678E1AE}"/>
          </ac:spMkLst>
        </pc:spChg>
        <pc:picChg chg="add mod">
          <ac:chgData name="Aksel Boje Christensen (lektor – akch@eaaa.dk)" userId="6fa706e3-6588-4f43-8f4d-12a9cabadb77" providerId="ADAL" clId="{2C3B4BF6-3722-4112-A680-F85E416198AA}" dt="2026-10-26T06:50:13.131" v="34082" actId="1076"/>
          <ac:picMkLst>
            <pc:docMk/>
            <pc:sldMk cId="865107493" sldId="882"/>
            <ac:picMk id="8" creationId="{4846E697-DD87-26AF-77FC-4C0963BF9C97}"/>
          </ac:picMkLst>
        </pc:picChg>
      </pc:sldChg>
      <pc:sldChg chg="addSp delSp modSp add del mod ord">
        <pc:chgData name="Aksel Boje Christensen (lektor – akch@eaaa.dk)" userId="6fa706e3-6588-4f43-8f4d-12a9cabadb77" providerId="ADAL" clId="{2C3B4BF6-3722-4112-A680-F85E416198AA}" dt="2026-10-26T06:49:13.518" v="34073" actId="47"/>
        <pc:sldMkLst>
          <pc:docMk/>
          <pc:sldMk cId="2192163875" sldId="882"/>
        </pc:sldMkLst>
      </pc:sldChg>
      <pc:sldChg chg="modSp add del mod">
        <pc:chgData name="Aksel Boje Christensen (lektor – akch@eaaa.dk)" userId="6fa706e3-6588-4f43-8f4d-12a9cabadb77" providerId="ADAL" clId="{2C3B4BF6-3722-4112-A680-F85E416198AA}" dt="2026-10-26T06:48:23.236" v="34052" actId="47"/>
        <pc:sldMkLst>
          <pc:docMk/>
          <pc:sldMk cId="2275779682" sldId="1826"/>
        </pc:sldMkLst>
      </pc:sldChg>
      <pc:sldMasterChg chg="delSldLayout">
        <pc:chgData name="Aksel Boje Christensen (lektor – akch@eaaa.dk)" userId="6fa706e3-6588-4f43-8f4d-12a9cabadb77" providerId="ADAL" clId="{2C3B4BF6-3722-4112-A680-F85E416198AA}" dt="2026-10-26T06:48:23.236" v="34052" actId="47"/>
        <pc:sldMasterMkLst>
          <pc:docMk/>
          <pc:sldMasterMk cId="3023437270" sldId="2147483661"/>
        </pc:sldMasterMkLst>
        <pc:sldLayoutChg chg="del">
          <pc:chgData name="Aksel Boje Christensen (lektor – akch@eaaa.dk)" userId="6fa706e3-6588-4f43-8f4d-12a9cabadb77" providerId="ADAL" clId="{2C3B4BF6-3722-4112-A680-F85E416198AA}" dt="2026-10-26T06:48:23.236" v="34052" actId="47"/>
          <pc:sldLayoutMkLst>
            <pc:docMk/>
            <pc:sldMasterMk cId="3023437270" sldId="2147483661"/>
            <pc:sldLayoutMk cId="2110226417" sldId="2147483692"/>
          </pc:sldLayoutMkLst>
        </pc:sldLayoutChg>
      </pc:sldMasterChg>
    </pc:docChg>
  </pc:docChgLst>
  <pc:docChgLst>
    <pc:chgData name="Anne Sofie Talleruphuus (adjunkt – atal@eaaa.dk)" userId="6dd981eb-3d5f-4bfe-ad36-c75fa45b47a6" providerId="ADAL" clId="{5AB8907F-85F8-4752-8F46-5616BDAF9D8A}"/>
    <pc:docChg chg="modSld">
      <pc:chgData name="Anne Sofie Talleruphuus (adjunkt – atal@eaaa.dk)" userId="6dd981eb-3d5f-4bfe-ad36-c75fa45b47a6" providerId="ADAL" clId="{5AB8907F-85F8-4752-8F46-5616BDAF9D8A}" dt="2026-10-23T08:29:09.158" v="15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0E86E-CF1D-4E48-B58B-1B996A2C1DEF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3AE74-7E62-4D13-A6C2-8194187524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137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0.svg"/><Relationship Id="rId7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12.svg"/><Relationship Id="rId10" Type="http://schemas.openxmlformats.org/officeDocument/2006/relationships/image" Target="../media/image2.png"/><Relationship Id="rId4" Type="http://schemas.openxmlformats.org/officeDocument/2006/relationships/image" Target="../media/image11.svg"/><Relationship Id="rId9" Type="http://schemas.openxmlformats.org/officeDocument/2006/relationships/image" Target="../media/image13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uden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C2DE219-33C6-A7E3-FE38-E2888694B8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16CB9C1-1168-DC60-F83C-216ED8170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AA5BC8-B46B-F7D9-EDD5-81A153A98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994D425-07AD-E7D7-9D72-D1DA62500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139334C-B5A2-ACD8-DA69-BE9378DC5F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02A9D9FC-5A48-9086-E672-9944971371E0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CAB28EC-5252-8B2F-0968-259EE52B3EC2}"/>
              </a:ext>
            </a:extLst>
          </p:cNvPr>
          <p:cNvSpPr/>
          <p:nvPr userDrawn="1"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B168CE0-7676-D809-12B9-30911BF62EE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BE64D-10DD-04E9-D948-570908CF2D32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FB896D1B-2BE4-E515-94F3-8C2E98DAEB3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FB41A2C8-6C86-FB4A-AAB3-929835579E0D}"/>
              </a:ext>
            </a:extLst>
          </p:cNvPr>
          <p:cNvCxnSpPr>
            <a:cxnSpLocks/>
          </p:cNvCxnSpPr>
          <p:nvPr userDrawn="1"/>
        </p:nvCxnSpPr>
        <p:spPr>
          <a:xfrm>
            <a:off x="924269" y="6104054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4E33EE05-8F95-4893-238B-F149EB10E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58722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14398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861457B-7A00-BE74-BFA9-F4B6924A8C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98877" y="436141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1">
                <a:lumMod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7" y="436140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74A03EC-E5FA-79D1-2E92-7E2B69B497F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16" y="194962"/>
            <a:ext cx="1931436" cy="726963"/>
          </a:xfrm>
          <a:prstGeom prst="rect">
            <a:avLst/>
          </a:prstGeom>
        </p:spPr>
      </p:pic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BEEA16E3-A5E2-0855-4482-279792F9CC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6332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6D44003B-7C03-F9A5-2DE0-1A2B7E8AF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12606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537041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61290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8" y="499137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5E1AE425-F6EA-D79E-69C6-E4C409373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5756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977B62BB-5B11-B355-4A4B-5040B7376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34843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BE259AE5-57BD-A35A-2212-5B85B5B0F5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5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4"/>
            <a:ext cx="10515600" cy="4486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6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8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D68DDE10-B68E-3872-E02C-F6BFCDF37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2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13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højre">
    <p:bg>
      <p:bgPr>
        <a:solidFill>
          <a:schemeClr val="accent6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1A97AF12-67B3-F2F9-6E32-DA0AF88A36E0}"/>
              </a:ext>
            </a:extLst>
          </p:cNvPr>
          <p:cNvSpPr/>
          <p:nvPr userDrawn="1"/>
        </p:nvSpPr>
        <p:spPr>
          <a:xfrm>
            <a:off x="1150188" y="1026544"/>
            <a:ext cx="9891624" cy="480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26543"/>
            <a:ext cx="4945812" cy="48049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E745A75A-C20F-A2B1-1E37-A7AEF37DC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09623" y="1276686"/>
            <a:ext cx="4266487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D5C8A285-7944-082F-EF17-266C02B40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9623" y="2320506"/>
            <a:ext cx="4265702" cy="3260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a-DK" sz="1800" kern="120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2">
            <a:extLst>
              <a:ext uri="{FF2B5EF4-FFF2-40B4-BE49-F238E27FC236}">
                <a16:creationId xmlns:a16="http://schemas.microsoft.com/office/drawing/2014/main" id="{ADF37EF3-7D3F-BEED-9E3D-F9CFE7BE59B9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8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34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9" name="Pladsholder til billede 18">
            <a:extLst>
              <a:ext uri="{FF2B5EF4-FFF2-40B4-BE49-F238E27FC236}">
                <a16:creationId xmlns:a16="http://schemas.microsoft.com/office/drawing/2014/main" id="{FC2A6DCB-B944-BADD-4C2B-2AEE970144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6669" y="3432220"/>
            <a:ext cx="6183086" cy="345127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-2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Pladsholder til billede 18">
            <a:extLst>
              <a:ext uri="{FF2B5EF4-FFF2-40B4-BE49-F238E27FC236}">
                <a16:creationId xmlns:a16="http://schemas.microsoft.com/office/drawing/2014/main" id="{01B1B245-1870-6F63-E15B-5A42484D14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525" y="3441746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8000BE1-CFA9-0B2C-3A46-EFDA07107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94260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2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F6ACCFA8-6CE0-E37B-E68E-C1BA6D4C7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317199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7CA7DEF1-BA6C-75EA-6002-D05B8D7A6F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40882" y="5561045"/>
            <a:ext cx="4501978" cy="88329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03604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vsidet bille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2C1BF60-06FB-3B24-3D1A-CA1C190B4B3C}"/>
              </a:ext>
            </a:extLst>
          </p:cNvPr>
          <p:cNvSpPr txBox="1"/>
          <p:nvPr userDrawn="1"/>
        </p:nvSpPr>
        <p:spPr>
          <a:xfrm>
            <a:off x="7063273" y="793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5D8DD052-F369-4F26-95C3-50DB86861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1015" y="919789"/>
            <a:ext cx="5042785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516B1A4-9943-D09D-4408-5F3C1AAB9C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015" y="2038525"/>
            <a:ext cx="5042786" cy="415700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F60D2C-D6EF-28B6-82FF-F1E6C4625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85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3CC9FCDF-2FC8-45F8-FF96-6A4025D574F0}"/>
              </a:ext>
            </a:extLst>
          </p:cNvPr>
          <p:cNvCxnSpPr>
            <a:cxnSpLocks/>
          </p:cNvCxnSpPr>
          <p:nvPr/>
        </p:nvCxnSpPr>
        <p:spPr>
          <a:xfrm>
            <a:off x="905608" y="6309320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4E97CA4-2FEB-E952-701A-94AC3A176EF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37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to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Pladsholder til indhold 3">
            <a:extLst>
              <a:ext uri="{FF2B5EF4-FFF2-40B4-BE49-F238E27FC236}">
                <a16:creationId xmlns:a16="http://schemas.microsoft.com/office/drawing/2014/main" id="{063FB2A0-E2A8-7639-5821-EA30510BAD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775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538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6DA7DDE-63A6-5E98-0EC4-738E3F603C9A}"/>
              </a:ext>
            </a:extLst>
          </p:cNvPr>
          <p:cNvSpPr/>
          <p:nvPr userDrawn="1"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54ABB45-9D02-C95E-4427-18F343D6D612}"/>
              </a:ext>
            </a:extLst>
          </p:cNvPr>
          <p:cNvSpPr/>
          <p:nvPr userDrawn="1"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A7871B6C-23E6-0643-2DDB-7CE708093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53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2442907-9607-FBD5-41BE-6F012CFF8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37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2">
            <a:extLst>
              <a:ext uri="{FF2B5EF4-FFF2-40B4-BE49-F238E27FC236}">
                <a16:creationId xmlns:a16="http://schemas.microsoft.com/office/drawing/2014/main" id="{921CC2E2-C216-1654-6436-4F23FF6174D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90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80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445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tekst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1">
            <a:extLst>
              <a:ext uri="{FF2B5EF4-FFF2-40B4-BE49-F238E27FC236}">
                <a16:creationId xmlns:a16="http://schemas.microsoft.com/office/drawing/2014/main" id="{6AF7C5D9-4A61-9AFB-55B2-59864D54C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0" y="1857765"/>
            <a:ext cx="5220347" cy="430044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F23421-9BB5-B66E-2915-7AC5D1C649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D6ED4BE-01AC-F3C9-BEAE-18399B71C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8427B0-6F2A-9A36-BA01-8150978C21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0254" y="837025"/>
            <a:ext cx="5655776" cy="532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1117402-4D1F-2B99-74B2-57532C00E0E0}"/>
              </a:ext>
            </a:extLst>
          </p:cNvPr>
          <p:cNvSpPr/>
          <p:nvPr userDrawn="1"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D89150D-33F7-C7EA-4565-830E42B119EF}"/>
              </a:ext>
            </a:extLst>
          </p:cNvPr>
          <p:cNvSpPr/>
          <p:nvPr userDrawn="1"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956E59B5-69E2-3426-86B0-660FF5B7C7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837025"/>
            <a:ext cx="5220346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5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340D9666-406B-DB5B-73C6-16F9D8892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86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runde billeder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CD6D3C6-2CAC-6C9A-A3DF-9BFDD74C8B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22030" y="785132"/>
            <a:ext cx="4357398" cy="4357397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2EBF9CBC-4B0B-0256-FC20-008C5A7ADF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20543" y="3547382"/>
            <a:ext cx="2525486" cy="2525486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852246"/>
            <a:ext cx="4949760" cy="42206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9FB30B0-C3B1-8663-0D9A-EC5CF4927F14}"/>
              </a:ext>
            </a:extLst>
          </p:cNvPr>
          <p:cNvSpPr/>
          <p:nvPr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097722E6-54DB-46BE-D13E-34D050586DE2}"/>
              </a:ext>
            </a:extLst>
          </p:cNvPr>
          <p:cNvSpPr/>
          <p:nvPr userDrawn="1"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3C32BFDE-1C03-812C-A5E3-30680D7D0E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782152"/>
            <a:ext cx="4949760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44DACAA-D3A2-06DC-1F35-F2B4216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22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014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09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obler med tekst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636" y="525544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23317" y="1625499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4319" y="3354628"/>
            <a:ext cx="2508405" cy="22038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ladsholder til tekst 6">
            <a:extLst>
              <a:ext uri="{FF2B5EF4-FFF2-40B4-BE49-F238E27FC236}">
                <a16:creationId xmlns:a16="http://schemas.microsoft.com/office/drawing/2014/main" id="{2882F17C-00F2-A813-2186-4FE5B2FBF7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7" y="2267340"/>
            <a:ext cx="2813375" cy="28985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6">
            <a:extLst>
              <a:ext uri="{FF2B5EF4-FFF2-40B4-BE49-F238E27FC236}">
                <a16:creationId xmlns:a16="http://schemas.microsoft.com/office/drawing/2014/main" id="{0EA4F555-26FA-340F-7755-423F83BD0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67240" y="1063426"/>
            <a:ext cx="1948713" cy="1821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040254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bokse med tekst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24644" y="2631672"/>
            <a:ext cx="3707920" cy="370792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2534" y="3450566"/>
            <a:ext cx="2441528" cy="21079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16FD77BF-BF2C-21DC-4882-43FB0B4F49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5724" y="1146853"/>
            <a:ext cx="1916112" cy="16543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Pladsholder til tekst 6">
            <a:extLst>
              <a:ext uri="{FF2B5EF4-FFF2-40B4-BE49-F238E27FC236}">
                <a16:creationId xmlns:a16="http://schemas.microsoft.com/office/drawing/2014/main" id="{963992AD-36AD-AA14-246B-14784DE663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8" y="2537696"/>
            <a:ext cx="2799770" cy="241724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8838372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4559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8864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43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5" r:id="rId3"/>
    <p:sldLayoutId id="2147483681" r:id="rId4"/>
    <p:sldLayoutId id="2147483665" r:id="rId5"/>
    <p:sldLayoutId id="2147483664" r:id="rId6"/>
    <p:sldLayoutId id="2147483683" r:id="rId7"/>
    <p:sldLayoutId id="2147483688" r:id="rId8"/>
    <p:sldLayoutId id="2147483685" r:id="rId9"/>
    <p:sldLayoutId id="2147483686" r:id="rId10"/>
    <p:sldLayoutId id="2147483687" r:id="rId11"/>
    <p:sldLayoutId id="2147483689" r:id="rId12"/>
    <p:sldLayoutId id="2147483682" r:id="rId13"/>
    <p:sldLayoutId id="2147483666" r:id="rId14"/>
    <p:sldLayoutId id="2147483679" r:id="rId15"/>
    <p:sldLayoutId id="2147483680" r:id="rId16"/>
    <p:sldLayoutId id="2147483667" r:id="rId17"/>
    <p:sldLayoutId id="2147483668" r:id="rId18"/>
    <p:sldLayoutId id="2147483669" r:id="rId19"/>
    <p:sldLayoutId id="2147483670" r:id="rId20"/>
    <p:sldLayoutId id="2147483690" r:id="rId21"/>
    <p:sldLayoutId id="2147483671" r:id="rId22"/>
    <p:sldLayoutId id="2147483672" r:id="rId23"/>
    <p:sldLayoutId id="2147483676" r:id="rId24"/>
    <p:sldLayoutId id="2147483678" r:id="rId25"/>
    <p:sldLayoutId id="2147483691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pi.frankfurter.dev/v2/rates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9F83BDFC-1EC8-D235-42C9-CE7CB956E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da-DK" dirty="0"/>
              <a:t>Hjemmeopgave</a:t>
            </a:r>
          </a:p>
          <a:p>
            <a:pPr algn="r"/>
            <a:endParaRPr lang="da-DK" dirty="0"/>
          </a:p>
          <a:p>
            <a:pPr algn="r"/>
            <a:r>
              <a:rPr lang="da-DK" dirty="0"/>
              <a:t>Dataintegration II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F0AD39EC-8D75-272F-68FF-5A906DC704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r"/>
            <a:r>
              <a:rPr lang="da-DK" dirty="0"/>
              <a:t>ØKIT, efterår </a:t>
            </a:r>
            <a:r>
              <a:rPr lang="da-DK"/>
              <a:t>2026</a:t>
            </a:r>
            <a:endParaRPr lang="da-DK" dirty="0"/>
          </a:p>
        </p:txBody>
      </p:sp>
      <p:pic>
        <p:nvPicPr>
          <p:cNvPr id="7" name="Pladsholder til billede 6" descr="Et billede, der indeholder tøj, person, Ansigt, indendørs&#10;&#10;AI-genereret indhold kan være ukorrekt.">
            <a:extLst>
              <a:ext uri="{FF2B5EF4-FFF2-40B4-BE49-F238E27FC236}">
                <a16:creationId xmlns:a16="http://schemas.microsoft.com/office/drawing/2014/main" id="{F63702B2-9EFA-5384-EECE-87F45FD2F78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620619" y="914398"/>
            <a:ext cx="5253136" cy="5253135"/>
          </a:xfrm>
        </p:spPr>
      </p:pic>
    </p:spTree>
    <p:extLst>
      <p:ext uri="{BB962C8B-B14F-4D97-AF65-F5344CB8AC3E}">
        <p14:creationId xmlns:p14="http://schemas.microsoft.com/office/powerpoint/2010/main" val="136216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CE328083-1F5D-9DFD-C4D1-868EAC110C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 dirty="0"/>
              <a:t>USD / DKK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C2D818D9-D655-CD11-81F7-88BFD678E1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558265"/>
            <a:ext cx="5424508" cy="3181904"/>
          </a:xfrm>
        </p:spPr>
        <p:txBody>
          <a:bodyPr/>
          <a:lstStyle/>
          <a:p>
            <a:r>
              <a:rPr lang="da-DK" sz="1400" dirty="0">
                <a:latin typeface="+mn-lt"/>
              </a:rPr>
              <a:t>Dan en kursgraf, der viser udviklingen i USD mod  DKK. Brug </a:t>
            </a:r>
            <a:r>
              <a:rPr lang="da-DK" sz="1400" dirty="0" err="1">
                <a:latin typeface="+mn-lt"/>
              </a:rPr>
              <a:t>Frankfurter-API’et</a:t>
            </a:r>
            <a:r>
              <a:rPr lang="da-DK" sz="1400" dirty="0">
                <a:latin typeface="+mn-lt"/>
              </a:rPr>
              <a:t>.</a:t>
            </a:r>
          </a:p>
          <a:p>
            <a:endParaRPr lang="da-DK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latin typeface="+mn-lt"/>
              </a:rPr>
              <a:t>url = </a:t>
            </a:r>
            <a:r>
              <a:rPr lang="da-DK" sz="1400" dirty="0">
                <a:latin typeface="+mn-lt"/>
                <a:hlinkClick r:id="rId2"/>
              </a:rPr>
              <a:t>https://api.frankfurter.dev/v2/rates</a:t>
            </a:r>
            <a:endParaRPr lang="da-DK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params = { "from": "2025-01-01",  "to": "2025-12-31",    "base": "USD",    "quotes": "DKK"}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Juster nu din </a:t>
            </a:r>
            <a:r>
              <a:rPr lang="en-US" sz="1400" dirty="0" err="1">
                <a:latin typeface="+mn-lt"/>
              </a:rPr>
              <a:t>kode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så</a:t>
            </a:r>
            <a:r>
              <a:rPr lang="en-US" sz="1400" dirty="0">
                <a:latin typeface="+mn-lt"/>
              </a:rPr>
              <a:t> du frit </a:t>
            </a:r>
            <a:r>
              <a:rPr lang="en-US" sz="1400" dirty="0" err="1">
                <a:latin typeface="+mn-lt"/>
              </a:rPr>
              <a:t>kan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vælge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valutaer</a:t>
            </a:r>
            <a:r>
              <a:rPr lang="en-US" sz="1400" dirty="0">
                <a:latin typeface="+mn-lt"/>
              </a:rPr>
              <a:t> og </a:t>
            </a:r>
            <a:r>
              <a:rPr lang="en-US" sz="1400" dirty="0" err="1">
                <a:latin typeface="+mn-lt"/>
              </a:rPr>
              <a:t>periode</a:t>
            </a:r>
            <a:r>
              <a:rPr lang="en-US" sz="1400">
                <a:latin typeface="+mn-lt"/>
              </a:rPr>
              <a:t>.</a:t>
            </a:r>
            <a:endParaRPr lang="da-DK" sz="1400" dirty="0">
              <a:latin typeface="+mn-lt"/>
            </a:endParaRP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4846E697-DD87-26AF-77FC-4C0963BF9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34" y="2090057"/>
            <a:ext cx="5274208" cy="2966742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865107493"/>
      </p:ext>
    </p:extLst>
  </p:cSld>
  <p:clrMapOvr>
    <a:masterClrMapping/>
  </p:clrMapOvr>
</p:sld>
</file>

<file path=ppt/theme/theme1.xml><?xml version="1.0" encoding="utf-8"?>
<a:theme xmlns:a="http://schemas.openxmlformats.org/drawingml/2006/main" name="Erhvervsakademi Aarhus">
  <a:themeElements>
    <a:clrScheme name="Brugerdefineret 1">
      <a:dk1>
        <a:sysClr val="windowText" lastClr="000000"/>
      </a:dk1>
      <a:lt1>
        <a:sysClr val="window" lastClr="FFFFFF"/>
      </a:lt1>
      <a:dk2>
        <a:srgbClr val="818A8F"/>
      </a:dk2>
      <a:lt2>
        <a:srgbClr val="E0E6E6"/>
      </a:lt2>
      <a:accent1>
        <a:srgbClr val="BED4DB"/>
      </a:accent1>
      <a:accent2>
        <a:srgbClr val="F4EBC0"/>
      </a:accent2>
      <a:accent3>
        <a:srgbClr val="F0E87D"/>
      </a:accent3>
      <a:accent4>
        <a:srgbClr val="80B4BF"/>
      </a:accent4>
      <a:accent5>
        <a:srgbClr val="F3F4F7"/>
      </a:accent5>
      <a:accent6>
        <a:srgbClr val="3A646D"/>
      </a:accent6>
      <a:hlink>
        <a:srgbClr val="0070C0"/>
      </a:hlink>
      <a:folHlink>
        <a:srgbClr val="532E60"/>
      </a:folHlink>
    </a:clrScheme>
    <a:fontScheme name="Erhvervsakademi Aarhus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skabelon uden indhold, dansk  -  Skrivebeskyttet" id="{363E73E2-7A7B-4952-AE8C-D447D376FA21}" vid="{CC501A65-03DF-4975-ACA4-2D32FFB8963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27D6D28A4E3024898CEDF6BCEE0CA75" ma:contentTypeVersion="15" ma:contentTypeDescription="Opret et nyt dokument." ma:contentTypeScope="" ma:versionID="375c950afed99906638e8c93df33b113">
  <xsd:schema xmlns:xsd="http://www.w3.org/2001/XMLSchema" xmlns:xs="http://www.w3.org/2001/XMLSchema" xmlns:p="http://schemas.microsoft.com/office/2006/metadata/properties" xmlns:ns2="e7042a3e-177d-4746-859a-bfd76803216a" xmlns:ns3="9c595732-8be9-4d02-a63c-8290171736ff" targetNamespace="http://schemas.microsoft.com/office/2006/metadata/properties" ma:root="true" ma:fieldsID="c16db8e41df52ff3fd5a61846f102f0b" ns2:_="" ns3:_="">
    <xsd:import namespace="e7042a3e-177d-4746-859a-bfd76803216a"/>
    <xsd:import namespace="9c595732-8be9-4d02-a63c-8290171736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042a3e-177d-4746-859a-bfd7680321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3273e385-a8b0-4d51-8803-6e97695cb9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95732-8be9-4d02-a63c-8290171736ff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cf94c7b0-ced8-43bf-8037-3eefe45b6dbe}" ma:internalName="TaxCatchAll" ma:showField="CatchAllData" ma:web="9c595732-8be9-4d02-a63c-8290171736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042a3e-177d-4746-859a-bfd76803216a">
      <Terms xmlns="http://schemas.microsoft.com/office/infopath/2007/PartnerControls"/>
    </lcf76f155ced4ddcb4097134ff3c332f>
    <TaxCatchAll xmlns="9c595732-8be9-4d02-a63c-8290171736ff" xsi:nil="true"/>
  </documentManagement>
</p:properties>
</file>

<file path=customXml/itemProps1.xml><?xml version="1.0" encoding="utf-8"?>
<ds:datastoreItem xmlns:ds="http://schemas.openxmlformats.org/officeDocument/2006/customXml" ds:itemID="{A355CE3D-A327-42EE-A10E-76F0E86EB4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275A44-7BB9-4E74-8416-46CA0F91BB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042a3e-177d-4746-859a-bfd76803216a"/>
    <ds:schemaRef ds:uri="9c595732-8be9-4d02-a63c-8290171736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809D19-8DB9-42AB-92EF-704D0A4F424F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purl.org/dc/dcmitype/"/>
    <ds:schemaRef ds:uri="http://www.w3.org/XML/1998/namespace"/>
    <ds:schemaRef ds:uri="http://purl.org/dc/terms/"/>
    <ds:schemaRef ds:uri="e7042a3e-177d-4746-859a-bfd76803216a"/>
    <ds:schemaRef ds:uri="9c595732-8be9-4d02-a63c-8290171736ff"/>
  </ds:schemaRefs>
</ds:datastoreItem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EAAA Officiel</Template>
  <TotalTime>7206</TotalTime>
  <Words>79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</vt:i4>
      </vt:variant>
    </vt:vector>
  </HeadingPairs>
  <TitlesOfParts>
    <vt:vector size="7" baseType="lpstr">
      <vt:lpstr>Aptos</vt:lpstr>
      <vt:lpstr>Arial</vt:lpstr>
      <vt:lpstr>Lucida Sans</vt:lpstr>
      <vt:lpstr>Montserrat</vt:lpstr>
      <vt:lpstr>Erhvervsakademi Aarhus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Aksel Boje Christensen (lektor – akch@eaaa.dk)</dc:creator>
  <cp:lastModifiedBy>Aksel Boje Christensen (lektor – akch@eaaa.dk)</cp:lastModifiedBy>
  <cp:revision>3</cp:revision>
  <dcterms:created xsi:type="dcterms:W3CDTF">2024-09-23T12:06:50Z</dcterms:created>
  <dcterms:modified xsi:type="dcterms:W3CDTF">2026-10-26T06:54:23Z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0x010100227D6D28A4E3024898CEDF6BCEE0CA75</vt:lpwstr>
  </property>
  <property fmtid="{D5CDD505-2E9C-101B-9397-08002B2CF9AE}" pid="3" name="MediaServiceImageTags">
    <vt:lpwstr/>
  </property>
</Properties>
</file>