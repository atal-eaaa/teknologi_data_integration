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7"/>
  </p:notesMasterIdLst>
  <p:sldIdLst>
    <p:sldId id="787" r:id="rId5"/>
    <p:sldId id="882" r:id="rId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374A"/>
    <a:srgbClr val="648646"/>
    <a:srgbClr val="D0937A"/>
    <a:srgbClr val="1C1B1E"/>
    <a:srgbClr val="1F1F1F"/>
    <a:srgbClr val="F7F7F7"/>
    <a:srgbClr val="569CC1"/>
    <a:srgbClr val="B81F32"/>
    <a:srgbClr val="ECE9E6"/>
    <a:srgbClr val="BED4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69B5DC-CD23-4065-9844-D967EEB526C6}" v="4" dt="2026-10-26T06:52:31.6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8985" autoAdjust="0"/>
  </p:normalViewPr>
  <p:slideViewPr>
    <p:cSldViewPr snapToGrid="0">
      <p:cViewPr varScale="1">
        <p:scale>
          <a:sx n="93" d="100"/>
          <a:sy n="93" d="100"/>
        </p:scale>
        <p:origin x="103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sel Boje Christensen (lektor – akch@eaaa.dk)" userId="6fa706e3-6588-4f43-8f4d-12a9cabadb77" providerId="ADAL" clId="{2C3B4BF6-3722-4112-A680-F85E416198AA}"/>
    <pc:docChg chg="undo redo custSel addSld delSld modSld sldOrd">
      <pc:chgData name="Aksel Boje Christensen (lektor – akch@eaaa.dk)" userId="6fa706e3-6588-4f43-8f4d-12a9cabadb77" providerId="ADAL" clId="{2C3B4BF6-3722-4112-A680-F85E416198AA}" dt="2026-10-26T07:04:29.039" v="34374" actId="20577"/>
      <pc:docMkLst>
        <pc:docMk/>
      </pc:docMkLst>
      <pc:sldChg chg="del">
        <pc:chgData name="Aksel Boje Christensen (lektor – akch@eaaa.dk)" userId="6fa706e3-6588-4f43-8f4d-12a9cabadb77" providerId="ADAL" clId="{2C3B4BF6-3722-4112-A680-F85E416198AA}" dt="2026-10-26T06:48:23.236" v="34052" actId="47"/>
        <pc:sldMkLst>
          <pc:docMk/>
          <pc:sldMk cId="305545668" sldId="693"/>
        </pc:sldMkLst>
      </pc:sldChg>
      <pc:sldChg chg="modSp mod">
        <pc:chgData name="Aksel Boje Christensen (lektor – akch@eaaa.dk)" userId="6fa706e3-6588-4f43-8f4d-12a9cabadb77" providerId="ADAL" clId="{2C3B4BF6-3722-4112-A680-F85E416198AA}" dt="2026-10-26T06:48:50.124" v="34070" actId="20577"/>
        <pc:sldMkLst>
          <pc:docMk/>
          <pc:sldMk cId="1362165893" sldId="787"/>
        </pc:sldMkLst>
        <pc:spChg chg="mod">
          <ac:chgData name="Aksel Boje Christensen (lektor – akch@eaaa.dk)" userId="6fa706e3-6588-4f43-8f4d-12a9cabadb77" providerId="ADAL" clId="{2C3B4BF6-3722-4112-A680-F85E416198AA}" dt="2026-10-26T06:48:50.124" v="34070" actId="20577"/>
          <ac:spMkLst>
            <pc:docMk/>
            <pc:sldMk cId="1362165893" sldId="787"/>
            <ac:spMk id="5" creationId="{9F83BDFC-1EC8-D235-42C9-CE7CB956E856}"/>
          </ac:spMkLst>
        </pc:spChg>
        <pc:spChg chg="mod">
          <ac:chgData name="Aksel Boje Christensen (lektor – akch@eaaa.dk)" userId="6fa706e3-6588-4f43-8f4d-12a9cabadb77" providerId="ADAL" clId="{2C3B4BF6-3722-4112-A680-F85E416198AA}" dt="2026-10-23T07:14:43.445" v="34048" actId="313"/>
          <ac:spMkLst>
            <pc:docMk/>
            <pc:sldMk cId="1362165893" sldId="787"/>
            <ac:spMk id="6" creationId="{F0AD39EC-8D75-272F-68FF-5A906DC704AF}"/>
          </ac:spMkLst>
        </pc:spChg>
      </pc:sldChg>
      <pc:sldChg chg="add del">
        <pc:chgData name="Aksel Boje Christensen (lektor – akch@eaaa.dk)" userId="6fa706e3-6588-4f43-8f4d-12a9cabadb77" providerId="ADAL" clId="{2C3B4BF6-3722-4112-A680-F85E416198AA}" dt="2026-10-26T06:49:09.433" v="34072" actId="47"/>
        <pc:sldMkLst>
          <pc:docMk/>
          <pc:sldMk cId="2606852511" sldId="817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32473838" sldId="828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754011775" sldId="829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2837580846" sldId="830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954815465" sldId="831"/>
        </pc:sldMkLst>
      </pc:sldChg>
      <pc:sldChg chg="addSp delSp modSp new del mod modClrScheme chgLayout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451659198" sldId="832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684331557" sldId="833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3465050045" sldId="839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672222127" sldId="841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368038458" sldId="842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3735454763" sldId="843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1847283095" sldId="844"/>
        </pc:sldMkLst>
      </pc:sldChg>
      <pc:sldChg chg="modSp del mod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1896142185" sldId="850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1281562575" sldId="851"/>
        </pc:sldMkLst>
      </pc:sldChg>
      <pc:sldChg chg="addSp modSp del mod ord modAnim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3025111860" sldId="852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1922874154" sldId="853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2813267457" sldId="854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2824747502" sldId="855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3844114263" sldId="856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2167451089" sldId="857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1009405634" sldId="858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2428502311" sldId="862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657560928" sldId="863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4289124281" sldId="865"/>
        </pc:sldMkLst>
      </pc:sldChg>
      <pc:sldChg chg="delSp modSp del mod delAnim">
        <pc:chgData name="Aksel Boje Christensen (lektor – akch@eaaa.dk)" userId="6fa706e3-6588-4f43-8f4d-12a9cabadb77" providerId="ADAL" clId="{2C3B4BF6-3722-4112-A680-F85E416198AA}" dt="2026-10-26T06:49:05.554" v="34071" actId="47"/>
        <pc:sldMkLst>
          <pc:docMk/>
          <pc:sldMk cId="1585641339" sldId="866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1893377019" sldId="867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2327097058" sldId="869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2672608790" sldId="870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1421524465" sldId="871"/>
        </pc:sldMkLst>
      </pc:sldChg>
      <pc:sldChg chg="del">
        <pc:chgData name="Aksel Boje Christensen (lektor – akch@eaaa.dk)" userId="6fa706e3-6588-4f43-8f4d-12a9cabadb77" providerId="ADAL" clId="{2C3B4BF6-3722-4112-A680-F85E416198AA}" dt="2026-10-26T06:49:16.283" v="34074" actId="47"/>
        <pc:sldMkLst>
          <pc:docMk/>
          <pc:sldMk cId="1641711487" sldId="878"/>
        </pc:sldMkLst>
      </pc:sldChg>
      <pc:sldChg chg="add del">
        <pc:chgData name="Aksel Boje Christensen (lektor – akch@eaaa.dk)" userId="6fa706e3-6588-4f43-8f4d-12a9cabadb77" providerId="ADAL" clId="{2C3B4BF6-3722-4112-A680-F85E416198AA}" dt="2026-10-26T06:53:59.223" v="34334" actId="47"/>
        <pc:sldMkLst>
          <pc:docMk/>
          <pc:sldMk cId="1021268374" sldId="881"/>
        </pc:sldMkLst>
      </pc:sldChg>
      <pc:sldChg chg="addSp delSp modSp new del mod ord">
        <pc:chgData name="Aksel Boje Christensen (lektor – akch@eaaa.dk)" userId="6fa706e3-6588-4f43-8f4d-12a9cabadb77" providerId="ADAL" clId="{2C3B4BF6-3722-4112-A680-F85E416198AA}" dt="2026-10-26T06:48:38.130" v="34053" actId="2696"/>
        <pc:sldMkLst>
          <pc:docMk/>
          <pc:sldMk cId="3730940069" sldId="881"/>
        </pc:sldMkLst>
      </pc:sldChg>
      <pc:sldChg chg="addSp delSp modSp new mod ord modClrScheme chgLayout">
        <pc:chgData name="Aksel Boje Christensen (lektor – akch@eaaa.dk)" userId="6fa706e3-6588-4f43-8f4d-12a9cabadb77" providerId="ADAL" clId="{2C3B4BF6-3722-4112-A680-F85E416198AA}" dt="2026-10-26T07:04:29.039" v="34374" actId="20577"/>
        <pc:sldMkLst>
          <pc:docMk/>
          <pc:sldMk cId="865107493" sldId="882"/>
        </pc:sldMkLst>
        <pc:spChg chg="del">
          <ac:chgData name="Aksel Boje Christensen (lektor – akch@eaaa.dk)" userId="6fa706e3-6588-4f43-8f4d-12a9cabadb77" providerId="ADAL" clId="{2C3B4BF6-3722-4112-A680-F85E416198AA}" dt="2026-10-26T06:49:40.497" v="34076" actId="700"/>
          <ac:spMkLst>
            <pc:docMk/>
            <pc:sldMk cId="865107493" sldId="882"/>
            <ac:spMk id="2" creationId="{9CBDF42A-0321-CA05-B3DD-A32C730885E3}"/>
          </ac:spMkLst>
        </pc:spChg>
        <pc:spChg chg="del mod ord">
          <ac:chgData name="Aksel Boje Christensen (lektor – akch@eaaa.dk)" userId="6fa706e3-6588-4f43-8f4d-12a9cabadb77" providerId="ADAL" clId="{2C3B4BF6-3722-4112-A680-F85E416198AA}" dt="2026-10-26T06:49:40.497" v="34076" actId="700"/>
          <ac:spMkLst>
            <pc:docMk/>
            <pc:sldMk cId="865107493" sldId="882"/>
            <ac:spMk id="3" creationId="{9B268284-F17C-66D1-58A2-9247DEF52C96}"/>
          </ac:spMkLst>
        </pc:spChg>
        <pc:spChg chg="add del mod ord">
          <ac:chgData name="Aksel Boje Christensen (lektor – akch@eaaa.dk)" userId="6fa706e3-6588-4f43-8f4d-12a9cabadb77" providerId="ADAL" clId="{2C3B4BF6-3722-4112-A680-F85E416198AA}" dt="2026-10-26T06:49:45.422" v="34077" actId="478"/>
          <ac:spMkLst>
            <pc:docMk/>
            <pc:sldMk cId="865107493" sldId="882"/>
            <ac:spMk id="4" creationId="{EDFF435A-59C2-39C1-CFDC-032584A66721}"/>
          </ac:spMkLst>
        </pc:spChg>
        <pc:spChg chg="add mod ord">
          <ac:chgData name="Aksel Boje Christensen (lektor – akch@eaaa.dk)" userId="6fa706e3-6588-4f43-8f4d-12a9cabadb77" providerId="ADAL" clId="{2C3B4BF6-3722-4112-A680-F85E416198AA}" dt="2026-10-26T06:50:26.730" v="34103" actId="20577"/>
          <ac:spMkLst>
            <pc:docMk/>
            <pc:sldMk cId="865107493" sldId="882"/>
            <ac:spMk id="5" creationId="{CE328083-1F5D-9DFD-C4D1-868EAC110C95}"/>
          </ac:spMkLst>
        </pc:spChg>
        <pc:spChg chg="add mod ord">
          <ac:chgData name="Aksel Boje Christensen (lektor – akch@eaaa.dk)" userId="6fa706e3-6588-4f43-8f4d-12a9cabadb77" providerId="ADAL" clId="{2C3B4BF6-3722-4112-A680-F85E416198AA}" dt="2026-10-26T07:04:29.039" v="34374" actId="20577"/>
          <ac:spMkLst>
            <pc:docMk/>
            <pc:sldMk cId="865107493" sldId="882"/>
            <ac:spMk id="6" creationId="{C2D818D9-D655-CD11-81F7-88BFD678E1AE}"/>
          </ac:spMkLst>
        </pc:spChg>
        <pc:picChg chg="add mod">
          <ac:chgData name="Aksel Boje Christensen (lektor – akch@eaaa.dk)" userId="6fa706e3-6588-4f43-8f4d-12a9cabadb77" providerId="ADAL" clId="{2C3B4BF6-3722-4112-A680-F85E416198AA}" dt="2026-10-26T06:50:13.131" v="34082" actId="1076"/>
          <ac:picMkLst>
            <pc:docMk/>
            <pc:sldMk cId="865107493" sldId="882"/>
            <ac:picMk id="8" creationId="{4846E697-DD87-26AF-77FC-4C0963BF9C97}"/>
          </ac:picMkLst>
        </pc:picChg>
      </pc:sldChg>
      <pc:sldChg chg="addSp delSp modSp add del mod ord">
        <pc:chgData name="Aksel Boje Christensen (lektor – akch@eaaa.dk)" userId="6fa706e3-6588-4f43-8f4d-12a9cabadb77" providerId="ADAL" clId="{2C3B4BF6-3722-4112-A680-F85E416198AA}" dt="2026-10-26T06:49:13.518" v="34073" actId="47"/>
        <pc:sldMkLst>
          <pc:docMk/>
          <pc:sldMk cId="2192163875" sldId="882"/>
        </pc:sldMkLst>
      </pc:sldChg>
      <pc:sldChg chg="modSp add del mod">
        <pc:chgData name="Aksel Boje Christensen (lektor – akch@eaaa.dk)" userId="6fa706e3-6588-4f43-8f4d-12a9cabadb77" providerId="ADAL" clId="{2C3B4BF6-3722-4112-A680-F85E416198AA}" dt="2026-10-26T06:48:23.236" v="34052" actId="47"/>
        <pc:sldMkLst>
          <pc:docMk/>
          <pc:sldMk cId="2275779682" sldId="1826"/>
        </pc:sldMkLst>
      </pc:sldChg>
      <pc:sldMasterChg chg="delSldLayout">
        <pc:chgData name="Aksel Boje Christensen (lektor – akch@eaaa.dk)" userId="6fa706e3-6588-4f43-8f4d-12a9cabadb77" providerId="ADAL" clId="{2C3B4BF6-3722-4112-A680-F85E416198AA}" dt="2026-10-26T06:48:23.236" v="34052" actId="47"/>
        <pc:sldMasterMkLst>
          <pc:docMk/>
          <pc:sldMasterMk cId="3023437270" sldId="2147483661"/>
        </pc:sldMasterMkLst>
        <pc:sldLayoutChg chg="del">
          <pc:chgData name="Aksel Boje Christensen (lektor – akch@eaaa.dk)" userId="6fa706e3-6588-4f43-8f4d-12a9cabadb77" providerId="ADAL" clId="{2C3B4BF6-3722-4112-A680-F85E416198AA}" dt="2026-10-26T06:48:23.236" v="34052" actId="47"/>
          <pc:sldLayoutMkLst>
            <pc:docMk/>
            <pc:sldMasterMk cId="3023437270" sldId="2147483661"/>
            <pc:sldLayoutMk cId="2110226417" sldId="2147483692"/>
          </pc:sldLayoutMkLst>
        </pc:sldLayoutChg>
      </pc:sldMasterChg>
    </pc:docChg>
  </pc:docChgLst>
  <pc:docChgLst>
    <pc:chgData name="Anne Sofie Talleruphuus (adjunkt – atal@eaaa.dk)" userId="6dd981eb-3d5f-4bfe-ad36-c75fa45b47a6" providerId="ADAL" clId="{5AB8907F-85F8-4752-8F46-5616BDAF9D8A}"/>
    <pc:docChg chg="modSld">
      <pc:chgData name="Anne Sofie Talleruphuus (adjunkt – atal@eaaa.dk)" userId="6dd981eb-3d5f-4bfe-ad36-c75fa45b47a6" providerId="ADAL" clId="{5AB8907F-85F8-4752-8F46-5616BDAF9D8A}" dt="2026-10-23T08:29:09.158" v="15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0E86E-CF1D-4E48-B58B-1B996A2C1DEF}" type="datetimeFigureOut">
              <a:rPr lang="da-DK" smtClean="0"/>
              <a:t>26-10-2026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F3AE74-7E62-4D13-A6C2-819418752411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1374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8.sv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0.svg"/><Relationship Id="rId7" Type="http://schemas.openxmlformats.org/officeDocument/2006/relationships/image" Target="../media/image7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12.svg"/><Relationship Id="rId10" Type="http://schemas.openxmlformats.org/officeDocument/2006/relationships/image" Target="../media/image2.png"/><Relationship Id="rId4" Type="http://schemas.openxmlformats.org/officeDocument/2006/relationships/image" Target="../media/image11.svg"/><Relationship Id="rId9" Type="http://schemas.openxmlformats.org/officeDocument/2006/relationships/image" Target="../media/image13.sv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uden bille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2C2DE219-33C6-A7E3-FE38-E2888694B8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152122" y="3559791"/>
            <a:ext cx="5400000" cy="54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16CB9C1-1168-DC60-F83C-216ED817092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626204" y="-1701684"/>
            <a:ext cx="3960000" cy="3960000"/>
          </a:xfrm>
          <a:prstGeom prst="ellipse">
            <a:avLst/>
          </a:prstGeom>
          <a:solidFill>
            <a:srgbClr val="FFFFFF">
              <a:alpha val="1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0AA5BC8-B46B-F7D9-EDD5-81A153A984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825056" y="172855"/>
            <a:ext cx="4932000" cy="4932548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F994D425-07AD-E7D7-9D72-D1DA62500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64085" y="2780928"/>
            <a:ext cx="2520000" cy="252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1139334C-B5A2-ACD8-DA69-BE9378DC5F1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468" y="368592"/>
            <a:ext cx="2228093" cy="841250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02A9D9FC-5A48-9086-E672-9944971371E0}"/>
              </a:ext>
            </a:extLst>
          </p:cNvPr>
          <p:cNvSpPr/>
          <p:nvPr userDrawn="1"/>
        </p:nvSpPr>
        <p:spPr>
          <a:xfrm>
            <a:off x="7152122" y="3559791"/>
            <a:ext cx="5400000" cy="54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1CAB28EC-5252-8B2F-0968-259EE52B3EC2}"/>
              </a:ext>
            </a:extLst>
          </p:cNvPr>
          <p:cNvSpPr/>
          <p:nvPr userDrawn="1"/>
        </p:nvSpPr>
        <p:spPr>
          <a:xfrm>
            <a:off x="7626204" y="-1701684"/>
            <a:ext cx="3960000" cy="3960000"/>
          </a:xfrm>
          <a:prstGeom prst="ellipse">
            <a:avLst/>
          </a:prstGeom>
          <a:solidFill>
            <a:srgbClr val="FFFFFF">
              <a:alpha val="1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AB168CE0-7676-D809-12B9-30911BF62EE6}"/>
              </a:ext>
            </a:extLst>
          </p:cNvPr>
          <p:cNvSpPr/>
          <p:nvPr userDrawn="1"/>
        </p:nvSpPr>
        <p:spPr>
          <a:xfrm>
            <a:off x="-1825056" y="172855"/>
            <a:ext cx="4932000" cy="4932548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CEBE64D-10DD-04E9-D948-570908CF2D32}"/>
              </a:ext>
            </a:extLst>
          </p:cNvPr>
          <p:cNvSpPr/>
          <p:nvPr userDrawn="1"/>
        </p:nvSpPr>
        <p:spPr>
          <a:xfrm>
            <a:off x="6864085" y="2780928"/>
            <a:ext cx="2520000" cy="252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pic>
        <p:nvPicPr>
          <p:cNvPr id="13" name="Billede 12">
            <a:extLst>
              <a:ext uri="{FF2B5EF4-FFF2-40B4-BE49-F238E27FC236}">
                <a16:creationId xmlns:a16="http://schemas.microsoft.com/office/drawing/2014/main" id="{FB896D1B-2BE4-E515-94F3-8C2E98DAEB3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468" y="368592"/>
            <a:ext cx="2228093" cy="841250"/>
          </a:xfrm>
          <a:prstGeom prst="rect">
            <a:avLst/>
          </a:prstGeom>
        </p:spPr>
      </p:pic>
      <p:cxnSp>
        <p:nvCxnSpPr>
          <p:cNvPr id="14" name="Lige forbindelse 13">
            <a:extLst>
              <a:ext uri="{FF2B5EF4-FFF2-40B4-BE49-F238E27FC236}">
                <a16:creationId xmlns:a16="http://schemas.microsoft.com/office/drawing/2014/main" id="{FB41A2C8-6C86-FB4A-AAB3-929835579E0D}"/>
              </a:ext>
            </a:extLst>
          </p:cNvPr>
          <p:cNvCxnSpPr>
            <a:cxnSpLocks/>
          </p:cNvCxnSpPr>
          <p:nvPr userDrawn="1"/>
        </p:nvCxnSpPr>
        <p:spPr>
          <a:xfrm>
            <a:off x="924269" y="6104054"/>
            <a:ext cx="3750233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4E33EE05-8F95-4893-238B-F149EB10ED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10241" y="5281159"/>
            <a:ext cx="9982200" cy="908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587227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dsholder til billede 18">
            <a:extLst>
              <a:ext uri="{FF2B5EF4-FFF2-40B4-BE49-F238E27FC236}">
                <a16:creationId xmlns:a16="http://schemas.microsoft.com/office/drawing/2014/main" id="{05943B48-CF60-12FF-560D-10C67186DC2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620619" y="914398"/>
            <a:ext cx="5253136" cy="5253135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4861457B-7A00-BE74-BFA9-F4B6924A8C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098877" y="436141"/>
            <a:ext cx="6209653" cy="6209653"/>
          </a:xfrm>
          <a:prstGeom prst="ellipse">
            <a:avLst/>
          </a:prstGeom>
          <a:noFill/>
          <a:ln w="31750" cap="rnd" cmpd="sng">
            <a:solidFill>
              <a:schemeClr val="accent1">
                <a:lumMod val="50000"/>
              </a:schemeClr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8025EA5B-C75B-5425-97DE-01FEF651EEEE}"/>
              </a:ext>
            </a:extLst>
          </p:cNvPr>
          <p:cNvSpPr/>
          <p:nvPr/>
        </p:nvSpPr>
        <p:spPr>
          <a:xfrm>
            <a:off x="8552300" y="-2200863"/>
            <a:ext cx="5400000" cy="54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94808F8-E191-7B2F-802B-A4244C832E1B}"/>
              </a:ext>
            </a:extLst>
          </p:cNvPr>
          <p:cNvSpPr/>
          <p:nvPr/>
        </p:nvSpPr>
        <p:spPr>
          <a:xfrm>
            <a:off x="7081226" y="727787"/>
            <a:ext cx="2520000" cy="252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79CD613-CCEE-1FC4-643F-1B1FF482494F}"/>
              </a:ext>
            </a:extLst>
          </p:cNvPr>
          <p:cNvSpPr/>
          <p:nvPr userDrawn="1"/>
        </p:nvSpPr>
        <p:spPr>
          <a:xfrm>
            <a:off x="-1098877" y="436140"/>
            <a:ext cx="6209653" cy="6209653"/>
          </a:xfrm>
          <a:prstGeom prst="ellipse">
            <a:avLst/>
          </a:prstGeom>
          <a:noFill/>
          <a:ln w="31750" cap="rnd" cmpd="sng">
            <a:solidFill>
              <a:schemeClr val="accent5"/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31D232E-607E-0A0F-D3B8-23EA05328981}"/>
              </a:ext>
            </a:extLst>
          </p:cNvPr>
          <p:cNvSpPr/>
          <p:nvPr userDrawn="1"/>
        </p:nvSpPr>
        <p:spPr>
          <a:xfrm>
            <a:off x="8552300" y="-2200863"/>
            <a:ext cx="5400000" cy="54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FD9A1C3-89E2-9C4E-08AB-ADE088E34223}"/>
              </a:ext>
            </a:extLst>
          </p:cNvPr>
          <p:cNvSpPr/>
          <p:nvPr userDrawn="1"/>
        </p:nvSpPr>
        <p:spPr>
          <a:xfrm>
            <a:off x="7081226" y="727787"/>
            <a:ext cx="2520000" cy="252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E74A03EC-E5FA-79D1-2E92-7E2B69B497F3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016" y="194962"/>
            <a:ext cx="1931436" cy="726963"/>
          </a:xfrm>
          <a:prstGeom prst="rect">
            <a:avLst/>
          </a:prstGeom>
        </p:spPr>
      </p:pic>
      <p:sp>
        <p:nvSpPr>
          <p:cNvPr id="7" name="Pladsholder til tekst 15">
            <a:extLst>
              <a:ext uri="{FF2B5EF4-FFF2-40B4-BE49-F238E27FC236}">
                <a16:creationId xmlns:a16="http://schemas.microsoft.com/office/drawing/2014/main" id="{BEEA16E3-A5E2-0855-4482-279792F9CC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0" y="4763320"/>
            <a:ext cx="5400000" cy="908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da-DK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Pladsholder til tekst 15">
            <a:extLst>
              <a:ext uri="{FF2B5EF4-FFF2-40B4-BE49-F238E27FC236}">
                <a16:creationId xmlns:a16="http://schemas.microsoft.com/office/drawing/2014/main" id="{6D44003B-7C03-F9A5-2DE0-1A2B7E8AF0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5712606"/>
            <a:ext cx="5400000" cy="45638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1800" i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537041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 gu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dsholder til billede 18">
            <a:extLst>
              <a:ext uri="{FF2B5EF4-FFF2-40B4-BE49-F238E27FC236}">
                <a16:creationId xmlns:a16="http://schemas.microsoft.com/office/drawing/2014/main" id="{05943B48-CF60-12FF-560D-10C67186DC2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620619" y="961290"/>
            <a:ext cx="5253136" cy="5253135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6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8025EA5B-C75B-5425-97DE-01FEF651EEEE}"/>
              </a:ext>
            </a:extLst>
          </p:cNvPr>
          <p:cNvSpPr/>
          <p:nvPr/>
        </p:nvSpPr>
        <p:spPr>
          <a:xfrm>
            <a:off x="8552300" y="-2200863"/>
            <a:ext cx="5400000" cy="54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94808F8-E191-7B2F-802B-A4244C832E1B}"/>
              </a:ext>
            </a:extLst>
          </p:cNvPr>
          <p:cNvSpPr/>
          <p:nvPr/>
        </p:nvSpPr>
        <p:spPr>
          <a:xfrm>
            <a:off x="7081226" y="727787"/>
            <a:ext cx="2520000" cy="252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79CD613-CCEE-1FC4-643F-1B1FF482494F}"/>
              </a:ext>
            </a:extLst>
          </p:cNvPr>
          <p:cNvSpPr/>
          <p:nvPr userDrawn="1"/>
        </p:nvSpPr>
        <p:spPr>
          <a:xfrm>
            <a:off x="-1098878" y="499137"/>
            <a:ext cx="6209653" cy="6209653"/>
          </a:xfrm>
          <a:prstGeom prst="ellipse">
            <a:avLst/>
          </a:prstGeom>
          <a:noFill/>
          <a:ln w="31750" cap="rnd" cmpd="sng">
            <a:solidFill>
              <a:schemeClr val="accent6"/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31D232E-607E-0A0F-D3B8-23EA05328981}"/>
              </a:ext>
            </a:extLst>
          </p:cNvPr>
          <p:cNvSpPr/>
          <p:nvPr userDrawn="1"/>
        </p:nvSpPr>
        <p:spPr>
          <a:xfrm>
            <a:off x="8552300" y="-2200863"/>
            <a:ext cx="5400000" cy="54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FD9A1C3-89E2-9C4E-08AB-ADE088E34223}"/>
              </a:ext>
            </a:extLst>
          </p:cNvPr>
          <p:cNvSpPr/>
          <p:nvPr userDrawn="1"/>
        </p:nvSpPr>
        <p:spPr>
          <a:xfrm>
            <a:off x="7081226" y="727787"/>
            <a:ext cx="2520000" cy="252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7" name="Pladsholder til tekst 15">
            <a:extLst>
              <a:ext uri="{FF2B5EF4-FFF2-40B4-BE49-F238E27FC236}">
                <a16:creationId xmlns:a16="http://schemas.microsoft.com/office/drawing/2014/main" id="{5E1AE425-F6EA-D79E-69C6-E4C4093738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0" y="4757560"/>
            <a:ext cx="5400000" cy="908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da-DK" sz="32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Pladsholder til tekst 15">
            <a:extLst>
              <a:ext uri="{FF2B5EF4-FFF2-40B4-BE49-F238E27FC236}">
                <a16:creationId xmlns:a16="http://schemas.microsoft.com/office/drawing/2014/main" id="{977B62BB-5B11-B355-4A4B-5040B7376E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5734843"/>
            <a:ext cx="5400000" cy="45638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1800" i="1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9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BE259AE5-57BD-A35A-2212-5B85B5B0F5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51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d baggrund tekstfe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2A88C9-3BCA-D421-EEE6-489BE2B79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6323"/>
            <a:ext cx="10515600" cy="920749"/>
          </a:xfrm>
          <a:prstGeom prst="rect">
            <a:avLst/>
          </a:prstGeom>
        </p:spPr>
        <p:txBody>
          <a:bodyPr anchor="ctr"/>
          <a:lstStyle>
            <a:lvl1pPr>
              <a:defRPr sz="32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727D0E4-589A-2244-CD10-0515D75966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35494"/>
            <a:ext cx="10515600" cy="448618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3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06322C49-B95F-04A8-524B-8BD871BECF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763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slide med bobl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5F463F55-49D6-8CAE-8DD2-F7A1198E52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152122" y="3559791"/>
            <a:ext cx="5400000" cy="540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B946C45-58BE-DCD7-C886-6F5840F56A58}"/>
              </a:ext>
            </a:extLst>
          </p:cNvPr>
          <p:cNvSpPr/>
          <p:nvPr/>
        </p:nvSpPr>
        <p:spPr>
          <a:xfrm>
            <a:off x="6864085" y="2780928"/>
            <a:ext cx="2520000" cy="252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2A88C9-3BCA-D421-EEE6-489BE2B79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8232"/>
            <a:ext cx="10515600" cy="920749"/>
          </a:xfrm>
          <a:prstGeom prst="rect">
            <a:avLst/>
          </a:prstGeom>
        </p:spPr>
        <p:txBody>
          <a:bodyPr anchor="ctr"/>
          <a:lstStyle>
            <a:lvl1pPr>
              <a:defRPr sz="32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727D0E4-589A-2244-CD10-0515D75966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91478"/>
            <a:ext cx="10515600" cy="43982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CA7105EB-7427-7071-AD31-64EFAB69908E}"/>
              </a:ext>
            </a:extLst>
          </p:cNvPr>
          <p:cNvSpPr/>
          <p:nvPr userDrawn="1"/>
        </p:nvSpPr>
        <p:spPr>
          <a:xfrm>
            <a:off x="7152122" y="3559791"/>
            <a:ext cx="5400000" cy="540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AF1C85A-20F7-C79F-0633-B74EE8556810}"/>
              </a:ext>
            </a:extLst>
          </p:cNvPr>
          <p:cNvSpPr/>
          <p:nvPr userDrawn="1"/>
        </p:nvSpPr>
        <p:spPr>
          <a:xfrm>
            <a:off x="6864085" y="2780928"/>
            <a:ext cx="2520000" cy="252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 dirty="0"/>
          </a:p>
        </p:txBody>
      </p:sp>
      <p:pic>
        <p:nvPicPr>
          <p:cNvPr id="8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D68DDE10-B68E-3872-E02C-F6BFCDF373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92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3 med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 2">
            <a:extLst>
              <a:ext uri="{FF2B5EF4-FFF2-40B4-BE49-F238E27FC236}">
                <a16:creationId xmlns:a16="http://schemas.microsoft.com/office/drawing/2014/main" id="{3F68F84E-343A-0D24-928A-76EF485DA79C}"/>
              </a:ext>
            </a:extLst>
          </p:cNvPr>
          <p:cNvSpPr/>
          <p:nvPr userDrawn="1"/>
        </p:nvSpPr>
        <p:spPr>
          <a:xfrm>
            <a:off x="-30013" y="0"/>
            <a:ext cx="7088554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7" name="Ellipse 96">
            <a:extLst>
              <a:ext uri="{FF2B5EF4-FFF2-40B4-BE49-F238E27FC236}">
                <a16:creationId xmlns:a16="http://schemas.microsoft.com/office/drawing/2014/main" id="{CBC73A91-F422-56B4-8BF2-C115360EC45A}"/>
              </a:ext>
            </a:extLst>
          </p:cNvPr>
          <p:cNvSpPr/>
          <p:nvPr/>
        </p:nvSpPr>
        <p:spPr>
          <a:xfrm>
            <a:off x="5336465" y="3879060"/>
            <a:ext cx="4046764" cy="4046764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D4686CAD-586C-0B47-28FE-939B5CA0458F}"/>
              </a:ext>
            </a:extLst>
          </p:cNvPr>
          <p:cNvSpPr/>
          <p:nvPr/>
        </p:nvSpPr>
        <p:spPr>
          <a:xfrm>
            <a:off x="-1825056" y="172855"/>
            <a:ext cx="4932000" cy="4932548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D40761E8-2A1B-AEF5-4D39-F2B754428112}"/>
              </a:ext>
            </a:extLst>
          </p:cNvPr>
          <p:cNvSpPr/>
          <p:nvPr/>
        </p:nvSpPr>
        <p:spPr>
          <a:xfrm>
            <a:off x="5080848" y="2964870"/>
            <a:ext cx="1888490" cy="188849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pic>
        <p:nvPicPr>
          <p:cNvPr id="5" name="Grafik 4" descr="Badge 1 med massiv udfyldning">
            <a:extLst>
              <a:ext uri="{FF2B5EF4-FFF2-40B4-BE49-F238E27FC236}">
                <a16:creationId xmlns:a16="http://schemas.microsoft.com/office/drawing/2014/main" id="{8B18C807-D2A6-7364-F01B-35F44492C5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4290" y="2639129"/>
            <a:ext cx="520839" cy="520839"/>
          </a:xfrm>
          <a:prstGeom prst="rect">
            <a:avLst/>
          </a:prstGeom>
        </p:spPr>
      </p:pic>
      <p:pic>
        <p:nvPicPr>
          <p:cNvPr id="10" name="Grafik 9" descr="Badge med massiv udfyldning">
            <a:extLst>
              <a:ext uri="{FF2B5EF4-FFF2-40B4-BE49-F238E27FC236}">
                <a16:creationId xmlns:a16="http://schemas.microsoft.com/office/drawing/2014/main" id="{034F8E1F-1FB0-41AB-FFDE-0A00A2A4A2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46418" y="3722704"/>
            <a:ext cx="478711" cy="478711"/>
          </a:xfrm>
          <a:prstGeom prst="rect">
            <a:avLst/>
          </a:prstGeom>
        </p:spPr>
      </p:pic>
      <p:pic>
        <p:nvPicPr>
          <p:cNvPr id="11" name="Grafik 10" descr="Badge 3 med massiv udfyldning">
            <a:extLst>
              <a:ext uri="{FF2B5EF4-FFF2-40B4-BE49-F238E27FC236}">
                <a16:creationId xmlns:a16="http://schemas.microsoft.com/office/drawing/2014/main" id="{B7D2B729-7602-78ED-2289-4FCD89D97A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25353" y="4824842"/>
            <a:ext cx="478711" cy="478711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07F417A0-0653-37F9-7AA3-2FFBBD8A2C1C}"/>
              </a:ext>
            </a:extLst>
          </p:cNvPr>
          <p:cNvSpPr/>
          <p:nvPr userDrawn="1"/>
        </p:nvSpPr>
        <p:spPr>
          <a:xfrm>
            <a:off x="5336465" y="3877977"/>
            <a:ext cx="4046764" cy="4046764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82156752-11BD-B98A-96A8-D5C234E6F9C6}"/>
              </a:ext>
            </a:extLst>
          </p:cNvPr>
          <p:cNvSpPr/>
          <p:nvPr userDrawn="1"/>
        </p:nvSpPr>
        <p:spPr>
          <a:xfrm>
            <a:off x="-1825056" y="172855"/>
            <a:ext cx="4932000" cy="4932548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19" name="Pladsholder til billede 18">
            <a:extLst>
              <a:ext uri="{FF2B5EF4-FFF2-40B4-BE49-F238E27FC236}">
                <a16:creationId xmlns:a16="http://schemas.microsoft.com/office/drawing/2014/main" id="{7A56709C-3B84-6215-49FD-79802496D31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2864" y="802432"/>
            <a:ext cx="5253136" cy="5253135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1DF24B4-34FF-5E2A-7CCA-FBFDB87F69C5}"/>
              </a:ext>
            </a:extLst>
          </p:cNvPr>
          <p:cNvSpPr/>
          <p:nvPr userDrawn="1"/>
        </p:nvSpPr>
        <p:spPr>
          <a:xfrm>
            <a:off x="5080848" y="2964870"/>
            <a:ext cx="1888490" cy="188849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20" name="Pladsholder til tekst 19">
            <a:extLst>
              <a:ext uri="{FF2B5EF4-FFF2-40B4-BE49-F238E27FC236}">
                <a16:creationId xmlns:a16="http://schemas.microsoft.com/office/drawing/2014/main" id="{8E8B5261-1EBE-29C9-1A7E-3A469D70D7A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73422" y="2693786"/>
            <a:ext cx="2725737" cy="37147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2" name="Pladsholder til tekst 19">
            <a:extLst>
              <a:ext uri="{FF2B5EF4-FFF2-40B4-BE49-F238E27FC236}">
                <a16:creationId xmlns:a16="http://schemas.microsoft.com/office/drawing/2014/main" id="{DCDAA490-B6B2-EEFD-C949-B9DCAA1D40D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473422" y="3776321"/>
            <a:ext cx="2725737" cy="37147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da-DK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4" name="Pladsholder til tekst 19">
            <a:extLst>
              <a:ext uri="{FF2B5EF4-FFF2-40B4-BE49-F238E27FC236}">
                <a16:creationId xmlns:a16="http://schemas.microsoft.com/office/drawing/2014/main" id="{6B40C985-CC51-BCD9-4E13-500306D05EC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473423" y="4824842"/>
            <a:ext cx="2725737" cy="37147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da-DK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" name="Pladsholder til tekst 11">
            <a:extLst>
              <a:ext uri="{FF2B5EF4-FFF2-40B4-BE49-F238E27FC236}">
                <a16:creationId xmlns:a16="http://schemas.microsoft.com/office/drawing/2014/main" id="{657DA793-19BA-DE30-1DEE-8263D37E46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59847" y="1258303"/>
            <a:ext cx="4446954" cy="76941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lang="da-DK" sz="2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4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1CA0DC3F-623B-554F-BB96-24EA5435AD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8135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d billede højre">
    <p:bg>
      <p:bgPr>
        <a:solidFill>
          <a:schemeClr val="accent6">
            <a:alpha val="7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ktangel 2">
            <a:extLst>
              <a:ext uri="{FF2B5EF4-FFF2-40B4-BE49-F238E27FC236}">
                <a16:creationId xmlns:a16="http://schemas.microsoft.com/office/drawing/2014/main" id="{1A97AF12-67B3-F2F9-6E32-DA0AF88A36E0}"/>
              </a:ext>
            </a:extLst>
          </p:cNvPr>
          <p:cNvSpPr/>
          <p:nvPr userDrawn="1"/>
        </p:nvSpPr>
        <p:spPr>
          <a:xfrm>
            <a:off x="1150188" y="1026544"/>
            <a:ext cx="9891624" cy="48049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" name="Pladsholder til billede 18">
            <a:extLst>
              <a:ext uri="{FF2B5EF4-FFF2-40B4-BE49-F238E27FC236}">
                <a16:creationId xmlns:a16="http://schemas.microsoft.com/office/drawing/2014/main" id="{BE85473A-D9CD-EB2B-F2D2-A3485C38930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26543"/>
            <a:ext cx="4945812" cy="4804913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12" name="Pladsholder til tekst 11">
            <a:extLst>
              <a:ext uri="{FF2B5EF4-FFF2-40B4-BE49-F238E27FC236}">
                <a16:creationId xmlns:a16="http://schemas.microsoft.com/office/drawing/2014/main" id="{E745A75A-C20F-A2B1-1E37-A7AEF37DC41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09623" y="1276686"/>
            <a:ext cx="4266487" cy="84135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lang="da-DK" sz="2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D5C8A285-7944-082F-EF17-266C02B406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509623" y="2320506"/>
            <a:ext cx="4265702" cy="32608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a-DK" sz="1800" kern="120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4" name="Billede 12">
            <a:extLst>
              <a:ext uri="{FF2B5EF4-FFF2-40B4-BE49-F238E27FC236}">
                <a16:creationId xmlns:a16="http://schemas.microsoft.com/office/drawing/2014/main" id="{ADF37EF3-7D3F-BEED-9E3D-F9CFE7BE59B9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785" y="185293"/>
            <a:ext cx="1803600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288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d billede venstre">
    <p:bg>
      <p:bgPr>
        <a:solidFill>
          <a:schemeClr val="bg1">
            <a:alpha val="7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ktangel 5">
            <a:extLst>
              <a:ext uri="{FF2B5EF4-FFF2-40B4-BE49-F238E27FC236}">
                <a16:creationId xmlns:a16="http://schemas.microsoft.com/office/drawing/2014/main" id="{0B50358C-25AA-1006-A7D7-C0EB1679BC4F}"/>
              </a:ext>
            </a:extLst>
          </p:cNvPr>
          <p:cNvSpPr/>
          <p:nvPr userDrawn="1"/>
        </p:nvSpPr>
        <p:spPr>
          <a:xfrm>
            <a:off x="0" y="0"/>
            <a:ext cx="350831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Pladsholder til billede 18">
            <a:extLst>
              <a:ext uri="{FF2B5EF4-FFF2-40B4-BE49-F238E27FC236}">
                <a16:creationId xmlns:a16="http://schemas.microsoft.com/office/drawing/2014/main" id="{BE85473A-D9CD-EB2B-F2D2-A3485C38930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09553" y="1117831"/>
            <a:ext cx="5125421" cy="4622338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3" name="Pladsholder til tekst 11">
            <a:extLst>
              <a:ext uri="{FF2B5EF4-FFF2-40B4-BE49-F238E27FC236}">
                <a16:creationId xmlns:a16="http://schemas.microsoft.com/office/drawing/2014/main" id="{59EDE253-6EC0-93C7-A55D-015A8F6A56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52558" y="1117831"/>
            <a:ext cx="4929889" cy="84135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lang="da-DK" sz="2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7" name="Pladsholder til tekst 11">
            <a:extLst>
              <a:ext uri="{FF2B5EF4-FFF2-40B4-BE49-F238E27FC236}">
                <a16:creationId xmlns:a16="http://schemas.microsoft.com/office/drawing/2014/main" id="{B940A7E6-444D-0C88-B493-63C4B7DE8A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452558" y="2090057"/>
            <a:ext cx="4929889" cy="3650112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lang="da-DK" sz="1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2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97EE718E-9FFA-7D6E-17C3-E19E415AD3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343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e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billede 18">
            <a:extLst>
              <a:ext uri="{FF2B5EF4-FFF2-40B4-BE49-F238E27FC236}">
                <a16:creationId xmlns:a16="http://schemas.microsoft.com/office/drawing/2014/main" id="{BE85473A-D9CD-EB2B-F2D2-A3485C38930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-1"/>
            <a:ext cx="6096001" cy="3429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9" name="Pladsholder til billede 18">
            <a:extLst>
              <a:ext uri="{FF2B5EF4-FFF2-40B4-BE49-F238E27FC236}">
                <a16:creationId xmlns:a16="http://schemas.microsoft.com/office/drawing/2014/main" id="{FC2A6DCB-B944-BADD-4C2B-2AEE9701448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86669" y="3432220"/>
            <a:ext cx="6183086" cy="345127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4"/>
                </a:solidFill>
              </a:defRPr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sp>
        <p:nvSpPr>
          <p:cNvPr id="7" name="Pladsholder til billede 18">
            <a:extLst>
              <a:ext uri="{FF2B5EF4-FFF2-40B4-BE49-F238E27FC236}">
                <a16:creationId xmlns:a16="http://schemas.microsoft.com/office/drawing/2014/main" id="{78ABFC04-A675-ADAA-ADFB-D700685BDAB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096000" y="-2"/>
            <a:ext cx="6096001" cy="3429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8" name="Pladsholder til billede 18">
            <a:extLst>
              <a:ext uri="{FF2B5EF4-FFF2-40B4-BE49-F238E27FC236}">
                <a16:creationId xmlns:a16="http://schemas.microsoft.com/office/drawing/2014/main" id="{01B1B245-1870-6F63-E15B-5A42484D145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9525" y="3441746"/>
            <a:ext cx="6096001" cy="3429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accent4"/>
                </a:solidFill>
              </a:defRPr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sp>
        <p:nvSpPr>
          <p:cNvPr id="3" name="Pladsholder til tekst 11">
            <a:extLst>
              <a:ext uri="{FF2B5EF4-FFF2-40B4-BE49-F238E27FC236}">
                <a16:creationId xmlns:a16="http://schemas.microsoft.com/office/drawing/2014/main" id="{28000BE1-CFA9-0B2C-3A46-EFDA07107F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75081" y="2918690"/>
            <a:ext cx="5241838" cy="1046109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>
            <a:lvl1pPr marL="0" indent="0" algn="ctr">
              <a:buNone/>
              <a:defRPr lang="da-DK" sz="2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2942605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billede 18">
            <a:extLst>
              <a:ext uri="{FF2B5EF4-FFF2-40B4-BE49-F238E27FC236}">
                <a16:creationId xmlns:a16="http://schemas.microsoft.com/office/drawing/2014/main" id="{BE85473A-D9CD-EB2B-F2D2-A3485C38930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-1"/>
            <a:ext cx="6096001" cy="6858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7" name="Pladsholder til billede 18">
            <a:extLst>
              <a:ext uri="{FF2B5EF4-FFF2-40B4-BE49-F238E27FC236}">
                <a16:creationId xmlns:a16="http://schemas.microsoft.com/office/drawing/2014/main" id="{78ABFC04-A675-ADAA-ADFB-D700685BDAB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-2"/>
            <a:ext cx="6096001" cy="6858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sp>
        <p:nvSpPr>
          <p:cNvPr id="3" name="Pladsholder til tekst 11">
            <a:extLst>
              <a:ext uri="{FF2B5EF4-FFF2-40B4-BE49-F238E27FC236}">
                <a16:creationId xmlns:a16="http://schemas.microsoft.com/office/drawing/2014/main" id="{F6ACCFA8-6CE0-E37B-E68E-C1BA6D4C79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75081" y="2918690"/>
            <a:ext cx="5241838" cy="1046109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>
            <a:lvl1pPr marL="0" indent="0" algn="ctr">
              <a:buNone/>
              <a:defRPr lang="da-DK" sz="2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3171998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stort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billede 18">
            <a:extLst>
              <a:ext uri="{FF2B5EF4-FFF2-40B4-BE49-F238E27FC236}">
                <a16:creationId xmlns:a16="http://schemas.microsoft.com/office/drawing/2014/main" id="{BE85473A-D9CD-EB2B-F2D2-A3485C38930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-1"/>
            <a:ext cx="12192001" cy="6858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20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 på ikonet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7" name="Pladsholder til tekst 11">
            <a:extLst>
              <a:ext uri="{FF2B5EF4-FFF2-40B4-BE49-F238E27FC236}">
                <a16:creationId xmlns:a16="http://schemas.microsoft.com/office/drawing/2014/main" id="{7CA7DEF1-BA6C-75EA-6002-D05B8D7A6F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40882" y="5561045"/>
            <a:ext cx="4501978" cy="883297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>
            <a:lvl1pPr marL="0" indent="0" algn="l">
              <a:buNone/>
              <a:defRPr lang="da-DK" sz="1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10360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vsidet bille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billede 18">
            <a:extLst>
              <a:ext uri="{FF2B5EF4-FFF2-40B4-BE49-F238E27FC236}">
                <a16:creationId xmlns:a16="http://schemas.microsoft.com/office/drawing/2014/main" id="{BE85473A-D9CD-EB2B-F2D2-A3485C38930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-1"/>
            <a:ext cx="6096001" cy="6858001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da-DK" dirty="0"/>
              <a:t>Indsæt billede ved at trykke</a:t>
            </a:r>
          </a:p>
          <a:p>
            <a:r>
              <a:rPr lang="da-DK" dirty="0"/>
              <a:t>på ikonet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D2C1BF60-06FB-3B24-3D1A-CA1C190B4B3C}"/>
              </a:ext>
            </a:extLst>
          </p:cNvPr>
          <p:cNvSpPr txBox="1"/>
          <p:nvPr userDrawn="1"/>
        </p:nvSpPr>
        <p:spPr>
          <a:xfrm>
            <a:off x="7063273" y="79310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a-DK" dirty="0"/>
          </a:p>
        </p:txBody>
      </p:sp>
      <p:sp>
        <p:nvSpPr>
          <p:cNvPr id="2" name="Pladsholder til tekst 11">
            <a:extLst>
              <a:ext uri="{FF2B5EF4-FFF2-40B4-BE49-F238E27FC236}">
                <a16:creationId xmlns:a16="http://schemas.microsoft.com/office/drawing/2014/main" id="{5D8DD052-F369-4F26-95C3-50DB868619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91015" y="919789"/>
            <a:ext cx="5042785" cy="84135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lang="da-DK" sz="2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Pladsholder til tekst 11">
            <a:extLst>
              <a:ext uri="{FF2B5EF4-FFF2-40B4-BE49-F238E27FC236}">
                <a16:creationId xmlns:a16="http://schemas.microsoft.com/office/drawing/2014/main" id="{2516B1A4-9943-D09D-4408-5F3C1AAB9C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91015" y="2038525"/>
            <a:ext cx="5042786" cy="4157001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lang="da-DK" sz="1800" kern="1200" dirty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6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07F60D2C-D6EF-28B6-82FF-F1E6C46258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85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ndt billede med top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Lige forbindelse 6">
            <a:extLst>
              <a:ext uri="{FF2B5EF4-FFF2-40B4-BE49-F238E27FC236}">
                <a16:creationId xmlns:a16="http://schemas.microsoft.com/office/drawing/2014/main" id="{3CC9FCDF-2FC8-45F8-FF96-6A4025D574F0}"/>
              </a:ext>
            </a:extLst>
          </p:cNvPr>
          <p:cNvCxnSpPr>
            <a:cxnSpLocks/>
          </p:cNvCxnSpPr>
          <p:nvPr/>
        </p:nvCxnSpPr>
        <p:spPr>
          <a:xfrm>
            <a:off x="905608" y="6309320"/>
            <a:ext cx="3750233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Ellipse 99">
            <a:extLst>
              <a:ext uri="{FF2B5EF4-FFF2-40B4-BE49-F238E27FC236}">
                <a16:creationId xmlns:a16="http://schemas.microsoft.com/office/drawing/2014/main" id="{D40761E8-2A1B-AEF5-4D39-F2B754428112}"/>
              </a:ext>
            </a:extLst>
          </p:cNvPr>
          <p:cNvSpPr/>
          <p:nvPr/>
        </p:nvSpPr>
        <p:spPr>
          <a:xfrm>
            <a:off x="5080848" y="2964870"/>
            <a:ext cx="1888490" cy="188849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19" name="Pladsholder til billede 18">
            <a:extLst>
              <a:ext uri="{FF2B5EF4-FFF2-40B4-BE49-F238E27FC236}">
                <a16:creationId xmlns:a16="http://schemas.microsoft.com/office/drawing/2014/main" id="{7A56709C-3B84-6215-49FD-79802496D3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18784" y="832632"/>
            <a:ext cx="5253136" cy="5253135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 anchor="t">
            <a:noAutofit/>
          </a:bodyPr>
          <a:lstStyle>
            <a:lvl1pPr marL="0" indent="0" algn="ctr">
              <a:buNone/>
              <a:defRPr sz="1800">
                <a:solidFill>
                  <a:schemeClr val="accent4"/>
                </a:solidFill>
              </a:defRPr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1DF24B4-34FF-5E2A-7CCA-FBFDB87F69C5}"/>
              </a:ext>
            </a:extLst>
          </p:cNvPr>
          <p:cNvSpPr/>
          <p:nvPr userDrawn="1"/>
        </p:nvSpPr>
        <p:spPr>
          <a:xfrm>
            <a:off x="5080848" y="2964870"/>
            <a:ext cx="1888490" cy="188849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pic>
        <p:nvPicPr>
          <p:cNvPr id="21" name="Grafik 20" descr="Badge 1 med massiv udfyldning">
            <a:extLst>
              <a:ext uri="{FF2B5EF4-FFF2-40B4-BE49-F238E27FC236}">
                <a16:creationId xmlns:a16="http://schemas.microsoft.com/office/drawing/2014/main" id="{414CB1FD-2F7F-568D-87A3-AA5F2E43A5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6037" y="1724082"/>
            <a:ext cx="718913" cy="718913"/>
          </a:xfrm>
          <a:prstGeom prst="rect">
            <a:avLst/>
          </a:prstGeom>
        </p:spPr>
      </p:pic>
      <p:pic>
        <p:nvPicPr>
          <p:cNvPr id="22" name="Grafik 21" descr="Badge med massiv udfyldning">
            <a:extLst>
              <a:ext uri="{FF2B5EF4-FFF2-40B4-BE49-F238E27FC236}">
                <a16:creationId xmlns:a16="http://schemas.microsoft.com/office/drawing/2014/main" id="{256D1EF6-5D08-9A88-3344-6BFE564851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6037" y="3099743"/>
            <a:ext cx="718913" cy="718913"/>
          </a:xfrm>
          <a:prstGeom prst="rect">
            <a:avLst/>
          </a:prstGeom>
        </p:spPr>
      </p:pic>
      <p:pic>
        <p:nvPicPr>
          <p:cNvPr id="23" name="Grafik 22" descr="Badge 3 med massiv udfyldning">
            <a:extLst>
              <a:ext uri="{FF2B5EF4-FFF2-40B4-BE49-F238E27FC236}">
                <a16:creationId xmlns:a16="http://schemas.microsoft.com/office/drawing/2014/main" id="{17E4907E-C0D4-6E55-FB1C-714ED9C17C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6037" y="4508922"/>
            <a:ext cx="718913" cy="718913"/>
          </a:xfrm>
          <a:prstGeom prst="rect">
            <a:avLst/>
          </a:prstGeom>
        </p:spPr>
      </p:pic>
      <p:sp>
        <p:nvSpPr>
          <p:cNvPr id="28" name="Pladsholder til tekst 19">
            <a:extLst>
              <a:ext uri="{FF2B5EF4-FFF2-40B4-BE49-F238E27FC236}">
                <a16:creationId xmlns:a16="http://schemas.microsoft.com/office/drawing/2014/main" id="{D9D10D8D-2441-FA2C-C1B8-1D95FC55F6D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078822" y="1881737"/>
            <a:ext cx="3008424" cy="37147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0" name="Pladsholder til tekst 19">
            <a:extLst>
              <a:ext uri="{FF2B5EF4-FFF2-40B4-BE49-F238E27FC236}">
                <a16:creationId xmlns:a16="http://schemas.microsoft.com/office/drawing/2014/main" id="{E42AE478-112D-AB0E-133D-472906C1B76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078822" y="3273463"/>
            <a:ext cx="3008424" cy="37147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2" name="Pladsholder til tekst 19">
            <a:extLst>
              <a:ext uri="{FF2B5EF4-FFF2-40B4-BE49-F238E27FC236}">
                <a16:creationId xmlns:a16="http://schemas.microsoft.com/office/drawing/2014/main" id="{46B1035F-A721-8566-C570-5BF6CD54FD7A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078822" y="4682642"/>
            <a:ext cx="3008424" cy="37147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da-DK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2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94E97CA4-2FEB-E952-701A-94AC3A176EF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337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to objek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5F463F55-49D6-8CAE-8DD2-F7A1198E52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3484227">
            <a:off x="-702565" y="2962277"/>
            <a:ext cx="5400000" cy="540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B946C45-58BE-DCD7-C886-6F5840F56A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3484227">
            <a:off x="3771900" y="3768328"/>
            <a:ext cx="2520000" cy="252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3" name="Pladsholder til indhold 3">
            <a:extLst>
              <a:ext uri="{FF2B5EF4-FFF2-40B4-BE49-F238E27FC236}">
                <a16:creationId xmlns:a16="http://schemas.microsoft.com/office/drawing/2014/main" id="{063FB2A0-E2A8-7639-5821-EA30510BAD7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0775" y="1772817"/>
            <a:ext cx="5153025" cy="43916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2A88C9-3BCA-D421-EEE6-489BE2B79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3538"/>
            <a:ext cx="10515600" cy="920749"/>
          </a:xfrm>
          <a:prstGeom prst="rect">
            <a:avLst/>
          </a:prstGeom>
        </p:spPr>
        <p:txBody>
          <a:bodyPr anchor="ctr"/>
          <a:lstStyle>
            <a:lvl1pPr>
              <a:defRPr sz="32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727D0E4-589A-2244-CD10-0515D75966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199" y="1772817"/>
            <a:ext cx="5153025" cy="43916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6DA7DDE-63A6-5E98-0EC4-738E3F603C9A}"/>
              </a:ext>
            </a:extLst>
          </p:cNvPr>
          <p:cNvSpPr/>
          <p:nvPr userDrawn="1"/>
        </p:nvSpPr>
        <p:spPr>
          <a:xfrm rot="3484227">
            <a:off x="-702565" y="2962277"/>
            <a:ext cx="5400000" cy="540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54ABB45-9D02-C95E-4427-18F343D6D612}"/>
              </a:ext>
            </a:extLst>
          </p:cNvPr>
          <p:cNvSpPr/>
          <p:nvPr userDrawn="1"/>
        </p:nvSpPr>
        <p:spPr>
          <a:xfrm rot="3484227">
            <a:off x="3771900" y="3768328"/>
            <a:ext cx="2520000" cy="252000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sz="1800"/>
          </a:p>
        </p:txBody>
      </p:sp>
      <p:pic>
        <p:nvPicPr>
          <p:cNvPr id="9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A7871B6C-23E6-0643-2DDB-7CE708093E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536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t rundt billede gu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F79CD613-CCEE-1FC4-643F-1B1FF482494F}"/>
              </a:ext>
            </a:extLst>
          </p:cNvPr>
          <p:cNvSpPr/>
          <p:nvPr userDrawn="1"/>
        </p:nvSpPr>
        <p:spPr>
          <a:xfrm>
            <a:off x="2991173" y="324173"/>
            <a:ext cx="6209653" cy="6209653"/>
          </a:xfrm>
          <a:prstGeom prst="ellipse">
            <a:avLst/>
          </a:prstGeom>
          <a:noFill/>
          <a:ln w="31750" cap="rnd" cmpd="sng">
            <a:solidFill>
              <a:schemeClr val="accent6"/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Pladsholder til billede 18">
            <a:extLst>
              <a:ext uri="{FF2B5EF4-FFF2-40B4-BE49-F238E27FC236}">
                <a16:creationId xmlns:a16="http://schemas.microsoft.com/office/drawing/2014/main" id="{5F11E582-9DE1-AB67-B688-C7EDF44A56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69431" y="802431"/>
            <a:ext cx="5253136" cy="5253135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200">
                <a:solidFill>
                  <a:schemeClr val="accent6"/>
                </a:solidFill>
              </a:defRPr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pic>
        <p:nvPicPr>
          <p:cNvPr id="2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42442907-9607-FBD5-41BE-6F012CFF89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6375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t rundt billede blå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F79CD613-CCEE-1FC4-643F-1B1FF482494F}"/>
              </a:ext>
            </a:extLst>
          </p:cNvPr>
          <p:cNvSpPr/>
          <p:nvPr userDrawn="1"/>
        </p:nvSpPr>
        <p:spPr>
          <a:xfrm>
            <a:off x="2991173" y="324173"/>
            <a:ext cx="6209653" cy="6209653"/>
          </a:xfrm>
          <a:prstGeom prst="ellipse">
            <a:avLst/>
          </a:prstGeom>
          <a:noFill/>
          <a:ln w="31750" cap="rnd" cmpd="sng">
            <a:solidFill>
              <a:schemeClr val="accent5"/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Pladsholder til billede 18">
            <a:extLst>
              <a:ext uri="{FF2B5EF4-FFF2-40B4-BE49-F238E27FC236}">
                <a16:creationId xmlns:a16="http://schemas.microsoft.com/office/drawing/2014/main" id="{5F11E582-9DE1-AB67-B688-C7EDF44A56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69431" y="802431"/>
            <a:ext cx="5253136" cy="5253135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pic>
        <p:nvPicPr>
          <p:cNvPr id="2" name="Billede 12">
            <a:extLst>
              <a:ext uri="{FF2B5EF4-FFF2-40B4-BE49-F238E27FC236}">
                <a16:creationId xmlns:a16="http://schemas.microsoft.com/office/drawing/2014/main" id="{921CC2E2-C216-1654-6436-4F23FF6174D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785" y="185293"/>
            <a:ext cx="1803600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90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èn overskrift, tre objek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2A88C9-3BCA-D421-EEE6-489BE2B79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6885"/>
            <a:ext cx="10515600" cy="920749"/>
          </a:xfrm>
          <a:prstGeom prst="rect">
            <a:avLst/>
          </a:prstGeom>
        </p:spPr>
        <p:txBody>
          <a:bodyPr anchor="ctr"/>
          <a:lstStyle>
            <a:lvl1pPr>
              <a:defRPr sz="32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7" name="Pladsholder til indhold 3">
            <a:extLst>
              <a:ext uri="{FF2B5EF4-FFF2-40B4-BE49-F238E27FC236}">
                <a16:creationId xmlns:a16="http://schemas.microsoft.com/office/drawing/2014/main" id="{663D696B-DF8A-D6E8-94E3-58B7D2B6E90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410056" y="1707502"/>
            <a:ext cx="3371888" cy="45036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Pladsholder til indhold 3">
            <a:extLst>
              <a:ext uri="{FF2B5EF4-FFF2-40B4-BE49-F238E27FC236}">
                <a16:creationId xmlns:a16="http://schemas.microsoft.com/office/drawing/2014/main" id="{90BE76E4-AC3F-C0FD-21A5-8EC4F9F4FA6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38200" y="1707502"/>
            <a:ext cx="3371888" cy="45036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9" name="Pladsholder til indhold 3">
            <a:extLst>
              <a:ext uri="{FF2B5EF4-FFF2-40B4-BE49-F238E27FC236}">
                <a16:creationId xmlns:a16="http://schemas.microsoft.com/office/drawing/2014/main" id="{68E0CE25-08C5-13AB-258F-DEC1B7F479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81912" y="1707502"/>
            <a:ext cx="3371888" cy="45036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3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077517C1-57BE-3C06-76C5-125A76A577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9807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overskrifter, tre objek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indhold 3">
            <a:extLst>
              <a:ext uri="{FF2B5EF4-FFF2-40B4-BE49-F238E27FC236}">
                <a16:creationId xmlns:a16="http://schemas.microsoft.com/office/drawing/2014/main" id="{663D696B-DF8A-D6E8-94E3-58B7D2B6E90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422713" y="1838131"/>
            <a:ext cx="3375805" cy="42815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9" name="Pladsholder til indhold 3">
            <a:extLst>
              <a:ext uri="{FF2B5EF4-FFF2-40B4-BE49-F238E27FC236}">
                <a16:creationId xmlns:a16="http://schemas.microsoft.com/office/drawing/2014/main" id="{68E0CE25-08C5-13AB-258F-DEC1B7F479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39878" y="1838131"/>
            <a:ext cx="3375805" cy="42815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Pladsholder til indhold 3">
            <a:extLst>
              <a:ext uri="{FF2B5EF4-FFF2-40B4-BE49-F238E27FC236}">
                <a16:creationId xmlns:a16="http://schemas.microsoft.com/office/drawing/2014/main" id="{90BE76E4-AC3F-C0FD-21A5-8EC4F9F4FA6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76317" y="1838131"/>
            <a:ext cx="3375805" cy="42815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C15F7AD4-F672-5698-2F38-608B2E0C66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22713" y="738350"/>
            <a:ext cx="3375805" cy="9207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tekst 3">
            <a:extLst>
              <a:ext uri="{FF2B5EF4-FFF2-40B4-BE49-F238E27FC236}">
                <a16:creationId xmlns:a16="http://schemas.microsoft.com/office/drawing/2014/main" id="{F85ABD62-253C-7D26-2060-90103E5CA1E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5567" y="738350"/>
            <a:ext cx="3375805" cy="9207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tekst 3">
            <a:extLst>
              <a:ext uri="{FF2B5EF4-FFF2-40B4-BE49-F238E27FC236}">
                <a16:creationId xmlns:a16="http://schemas.microsoft.com/office/drawing/2014/main" id="{4662DEC7-4912-95D4-725F-9DBD13CDE0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39878" y="738350"/>
            <a:ext cx="3375805" cy="9207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2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134E7724-DF42-9222-9ADB-53B0C0E366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4445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tekst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21">
            <a:extLst>
              <a:ext uri="{FF2B5EF4-FFF2-40B4-BE49-F238E27FC236}">
                <a16:creationId xmlns:a16="http://schemas.microsoft.com/office/drawing/2014/main" id="{6AF7C5D9-4A61-9AFB-55B2-59864D54C6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5970" y="1857765"/>
            <a:ext cx="5220347" cy="430044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FontTx/>
              <a:buNone/>
              <a:defRPr sz="1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F23421-9BB5-B66E-2915-7AC5D1C649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811763" y="3248025"/>
            <a:ext cx="4477721" cy="4477721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D6ED4BE-01AC-F3C9-BEAE-18399B71C5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43189" y="3090461"/>
            <a:ext cx="2237790" cy="223779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28427B0-6F2A-9A36-BA01-8150978C218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0254" y="837025"/>
            <a:ext cx="5655776" cy="5321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C1117402-4D1F-2B99-74B2-57532C00E0E0}"/>
              </a:ext>
            </a:extLst>
          </p:cNvPr>
          <p:cNvSpPr/>
          <p:nvPr userDrawn="1"/>
        </p:nvSpPr>
        <p:spPr>
          <a:xfrm>
            <a:off x="-811763" y="3248025"/>
            <a:ext cx="4477721" cy="4477721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D89150D-33F7-C7EA-4565-830E42B119EF}"/>
              </a:ext>
            </a:extLst>
          </p:cNvPr>
          <p:cNvSpPr/>
          <p:nvPr userDrawn="1"/>
        </p:nvSpPr>
        <p:spPr>
          <a:xfrm>
            <a:off x="2643189" y="3090461"/>
            <a:ext cx="2237790" cy="2237790"/>
          </a:xfrm>
          <a:prstGeom prst="ellipse">
            <a:avLst/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Pladsholder til tekst 3">
            <a:extLst>
              <a:ext uri="{FF2B5EF4-FFF2-40B4-BE49-F238E27FC236}">
                <a16:creationId xmlns:a16="http://schemas.microsoft.com/office/drawing/2014/main" id="{956E59B5-69E2-3426-86B0-660FF5B7C7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5971" y="837025"/>
            <a:ext cx="5220346" cy="9207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5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340D9666-406B-DB5B-73C6-16F9D88927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486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runde billeder +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BCD6D3C6-2CAC-6C9A-A3DF-9BFDD74C8BE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522030" y="785132"/>
            <a:ext cx="4357398" cy="4357397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da-DK" dirty="0"/>
              <a:t>Indsæt billede ved at trykke på ikonet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EBF9CBC-4B0B-0256-FC20-008C5A7ADF1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120543" y="3547382"/>
            <a:ext cx="2525486" cy="2525486"/>
          </a:xfrm>
          <a:custGeom>
            <a:avLst/>
            <a:gdLst>
              <a:gd name="connsiteX0" fmla="*/ 2626568 w 5253136"/>
              <a:gd name="connsiteY0" fmla="*/ 0 h 5253135"/>
              <a:gd name="connsiteX1" fmla="*/ 5253136 w 5253136"/>
              <a:gd name="connsiteY1" fmla="*/ 2626568 h 5253135"/>
              <a:gd name="connsiteX2" fmla="*/ 2895119 w 5253136"/>
              <a:gd name="connsiteY2" fmla="*/ 5239576 h 5253135"/>
              <a:gd name="connsiteX3" fmla="*/ 2626588 w 5253136"/>
              <a:gd name="connsiteY3" fmla="*/ 5253135 h 5253135"/>
              <a:gd name="connsiteX4" fmla="*/ 2626548 w 5253136"/>
              <a:gd name="connsiteY4" fmla="*/ 5253135 h 5253135"/>
              <a:gd name="connsiteX5" fmla="*/ 2358017 w 5253136"/>
              <a:gd name="connsiteY5" fmla="*/ 5239576 h 5253135"/>
              <a:gd name="connsiteX6" fmla="*/ 0 w 5253136"/>
              <a:gd name="connsiteY6" fmla="*/ 2626568 h 5253135"/>
              <a:gd name="connsiteX7" fmla="*/ 2626568 w 5253136"/>
              <a:gd name="connsiteY7" fmla="*/ 0 h 525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53136" h="5253135">
                <a:moveTo>
                  <a:pt x="2626568" y="0"/>
                </a:moveTo>
                <a:cubicBezTo>
                  <a:pt x="4077181" y="0"/>
                  <a:pt x="5253136" y="1175955"/>
                  <a:pt x="5253136" y="2626568"/>
                </a:cubicBezTo>
                <a:cubicBezTo>
                  <a:pt x="5253136" y="3986518"/>
                  <a:pt x="4219582" y="5105069"/>
                  <a:pt x="2895119" y="5239576"/>
                </a:cubicBezTo>
                <a:lnTo>
                  <a:pt x="2626588" y="5253135"/>
                </a:lnTo>
                <a:lnTo>
                  <a:pt x="2626548" y="5253135"/>
                </a:lnTo>
                <a:lnTo>
                  <a:pt x="2358017" y="5239576"/>
                </a:lnTo>
                <a:cubicBezTo>
                  <a:pt x="1033554" y="5105069"/>
                  <a:pt x="0" y="3986518"/>
                  <a:pt x="0" y="2626568"/>
                </a:cubicBezTo>
                <a:cubicBezTo>
                  <a:pt x="0" y="1175955"/>
                  <a:pt x="1175955" y="0"/>
                  <a:pt x="2626568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da-DK"/>
              <a:t>Klik på ikonet for at tilføje et billede</a:t>
            </a:r>
            <a:endParaRPr lang="da-DK" dirty="0"/>
          </a:p>
        </p:txBody>
      </p:sp>
      <p:sp>
        <p:nvSpPr>
          <p:cNvPr id="11" name="Pladsholder til tekst 21">
            <a:extLst>
              <a:ext uri="{FF2B5EF4-FFF2-40B4-BE49-F238E27FC236}">
                <a16:creationId xmlns:a16="http://schemas.microsoft.com/office/drawing/2014/main" id="{DCEF3242-672B-6631-1926-D8C0FD3B3A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5971" y="1852246"/>
            <a:ext cx="4949760" cy="422062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FontTx/>
              <a:buNone/>
              <a:defRPr sz="1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69FB30B0-C3B1-8663-0D9A-EC5CF4927F14}"/>
              </a:ext>
            </a:extLst>
          </p:cNvPr>
          <p:cNvSpPr/>
          <p:nvPr/>
        </p:nvSpPr>
        <p:spPr>
          <a:xfrm>
            <a:off x="6225849" y="486229"/>
            <a:ext cx="4949760" cy="4949760"/>
          </a:xfrm>
          <a:prstGeom prst="ellipse">
            <a:avLst/>
          </a:prstGeom>
          <a:noFill/>
          <a:ln w="31750" cap="rnd" cmpd="sng">
            <a:solidFill>
              <a:schemeClr val="accent1"/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097722E6-54DB-46BE-D13E-34D050586DE2}"/>
              </a:ext>
            </a:extLst>
          </p:cNvPr>
          <p:cNvSpPr/>
          <p:nvPr userDrawn="1"/>
        </p:nvSpPr>
        <p:spPr>
          <a:xfrm>
            <a:off x="6225849" y="486229"/>
            <a:ext cx="4949760" cy="4949760"/>
          </a:xfrm>
          <a:prstGeom prst="ellipse">
            <a:avLst/>
          </a:prstGeom>
          <a:noFill/>
          <a:ln w="31750" cap="rnd" cmpd="sng">
            <a:solidFill>
              <a:schemeClr val="accent1"/>
            </a:solidFill>
            <a:prstDash val="sysDot"/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881456"/>
                      <a:gd name="connsiteY0" fmla="*/ 3440728 h 6881456"/>
                      <a:gd name="connsiteX1" fmla="*/ 3440728 w 6881456"/>
                      <a:gd name="connsiteY1" fmla="*/ 0 h 6881456"/>
                      <a:gd name="connsiteX2" fmla="*/ 6881456 w 6881456"/>
                      <a:gd name="connsiteY2" fmla="*/ 3440728 h 6881456"/>
                      <a:gd name="connsiteX3" fmla="*/ 3440728 w 6881456"/>
                      <a:gd name="connsiteY3" fmla="*/ 6881456 h 6881456"/>
                      <a:gd name="connsiteX4" fmla="*/ 0 w 6881456"/>
                      <a:gd name="connsiteY4" fmla="*/ 3440728 h 6881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881456" h="6881456" extrusionOk="0">
                        <a:moveTo>
                          <a:pt x="0" y="3440728"/>
                        </a:moveTo>
                        <a:cubicBezTo>
                          <a:pt x="-311743" y="1348176"/>
                          <a:pt x="1321922" y="82023"/>
                          <a:pt x="3440728" y="0"/>
                        </a:cubicBezTo>
                        <a:cubicBezTo>
                          <a:pt x="5364081" y="4861"/>
                          <a:pt x="6599758" y="1549423"/>
                          <a:pt x="6881456" y="3440728"/>
                        </a:cubicBezTo>
                        <a:cubicBezTo>
                          <a:pt x="6662966" y="5554358"/>
                          <a:pt x="5334828" y="6915515"/>
                          <a:pt x="3440728" y="6881456"/>
                        </a:cubicBezTo>
                        <a:cubicBezTo>
                          <a:pt x="1299638" y="6749694"/>
                          <a:pt x="47898" y="5363876"/>
                          <a:pt x="0" y="3440728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Pladsholder til tekst 3">
            <a:extLst>
              <a:ext uri="{FF2B5EF4-FFF2-40B4-BE49-F238E27FC236}">
                <a16:creationId xmlns:a16="http://schemas.microsoft.com/office/drawing/2014/main" id="{3C32BFDE-1C03-812C-A5E3-30680D7D0E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5971" y="782152"/>
            <a:ext cx="4949760" cy="9207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6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444DACAA-D3A2-06DC-1F35-F2B4216E51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822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boks med farvet bund">
    <p:bg>
      <p:bgPr>
        <a:solidFill>
          <a:schemeClr val="bg1">
            <a:alpha val="7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ktangel 5">
            <a:extLst>
              <a:ext uri="{FF2B5EF4-FFF2-40B4-BE49-F238E27FC236}">
                <a16:creationId xmlns:a16="http://schemas.microsoft.com/office/drawing/2014/main" id="{0B50358C-25AA-1006-A7D7-C0EB1679BC4F}"/>
              </a:ext>
            </a:extLst>
          </p:cNvPr>
          <p:cNvSpPr/>
          <p:nvPr userDrawn="1"/>
        </p:nvSpPr>
        <p:spPr>
          <a:xfrm rot="5400000">
            <a:off x="5050971" y="-283028"/>
            <a:ext cx="2090057" cy="121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5CB5A48A-2E4C-AD56-8DE6-E60836641FA2}"/>
              </a:ext>
            </a:extLst>
          </p:cNvPr>
          <p:cNvSpPr txBox="1">
            <a:spLocks/>
          </p:cNvSpPr>
          <p:nvPr userDrawn="1"/>
        </p:nvSpPr>
        <p:spPr>
          <a:xfrm>
            <a:off x="1500554" y="2166972"/>
            <a:ext cx="9206523" cy="3589674"/>
          </a:xfrm>
          <a:prstGeom prst="rect">
            <a:avLst/>
          </a:prstGeom>
          <a:solidFill>
            <a:schemeClr val="bg1"/>
          </a:solidFill>
          <a:ln>
            <a:solidFill>
              <a:schemeClr val="accent3"/>
            </a:solidFill>
          </a:ln>
        </p:spPr>
        <p:txBody>
          <a:bodyPr anchor="t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accent4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da-DK" sz="1800" dirty="0">
              <a:ln w="76200">
                <a:solidFill>
                  <a:schemeClr val="tx1"/>
                </a:solidFill>
              </a:ln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Pladsholder til tekst 3">
            <a:extLst>
              <a:ext uri="{FF2B5EF4-FFF2-40B4-BE49-F238E27FC236}">
                <a16:creationId xmlns:a16="http://schemas.microsoft.com/office/drawing/2014/main" id="{E788242D-E2F8-8F7B-3491-A61E1FA5EC2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00553" y="1057680"/>
            <a:ext cx="9206523" cy="9207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0" name="Pladsholder til tekst 8">
            <a:extLst>
              <a:ext uri="{FF2B5EF4-FFF2-40B4-BE49-F238E27FC236}">
                <a16:creationId xmlns:a16="http://schemas.microsoft.com/office/drawing/2014/main" id="{851A094B-990F-8F94-975B-7B7DD748BDC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510090" y="2176510"/>
            <a:ext cx="9206523" cy="3589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2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8BA79972-1283-3664-EEBF-DEE63E4043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6014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e tekstbok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ktangel 28">
            <a:extLst>
              <a:ext uri="{FF2B5EF4-FFF2-40B4-BE49-F238E27FC236}">
                <a16:creationId xmlns:a16="http://schemas.microsoft.com/office/drawing/2014/main" id="{472C92E0-91EE-E45C-70DA-61B42DD33B61}"/>
              </a:ext>
            </a:extLst>
          </p:cNvPr>
          <p:cNvSpPr/>
          <p:nvPr/>
        </p:nvSpPr>
        <p:spPr>
          <a:xfrm>
            <a:off x="0" y="0"/>
            <a:ext cx="473015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" name="Pladsholder til tekst 21">
            <a:extLst>
              <a:ext uri="{FF2B5EF4-FFF2-40B4-BE49-F238E27FC236}">
                <a16:creationId xmlns:a16="http://schemas.microsoft.com/office/drawing/2014/main" id="{F897E297-5976-19F9-D84E-BB274E6A37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5971" y="522515"/>
            <a:ext cx="3801742" cy="10072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en titel</a:t>
            </a:r>
          </a:p>
        </p:txBody>
      </p:sp>
      <p:sp>
        <p:nvSpPr>
          <p:cNvPr id="11" name="Pladsholder til tekst 21">
            <a:extLst>
              <a:ext uri="{FF2B5EF4-FFF2-40B4-BE49-F238E27FC236}">
                <a16:creationId xmlns:a16="http://schemas.microsoft.com/office/drawing/2014/main" id="{DCEF3242-672B-6631-1926-D8C0FD3B3A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5971" y="1687314"/>
            <a:ext cx="3801742" cy="464817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FontTx/>
              <a:buNone/>
              <a:defRPr sz="1800" b="0">
                <a:solidFill>
                  <a:schemeClr val="bg1"/>
                </a:solidFill>
                <a:latin typeface="Lucida Sans" panose="020B0602030504020204" pitchFamily="34" charset="0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A6945550-0D7D-5522-9B2D-2D5A0193F894}"/>
              </a:ext>
            </a:extLst>
          </p:cNvPr>
          <p:cNvSpPr/>
          <p:nvPr/>
        </p:nvSpPr>
        <p:spPr>
          <a:xfrm>
            <a:off x="5287994" y="1062317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9" name="Pladsholder til tekst 18">
            <a:extLst>
              <a:ext uri="{FF2B5EF4-FFF2-40B4-BE49-F238E27FC236}">
                <a16:creationId xmlns:a16="http://schemas.microsoft.com/office/drawing/2014/main" id="{D99D8A3C-5CA7-A723-C3E7-A5307D49B4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69253" y="2201001"/>
            <a:ext cx="2725738" cy="122522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0" name="Pladsholder til tekst 18">
            <a:extLst>
              <a:ext uri="{FF2B5EF4-FFF2-40B4-BE49-F238E27FC236}">
                <a16:creationId xmlns:a16="http://schemas.microsoft.com/office/drawing/2014/main" id="{5729EC31-1F8B-12C8-FE4F-0673D0B2FC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79371" y="1703691"/>
            <a:ext cx="2715620" cy="35113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22" name="Grafik 21" descr="Badge 1 med massiv udfyldning">
            <a:extLst>
              <a:ext uri="{FF2B5EF4-FFF2-40B4-BE49-F238E27FC236}">
                <a16:creationId xmlns:a16="http://schemas.microsoft.com/office/drawing/2014/main" id="{067809C9-7D6D-59FB-4EA7-7DF783D26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56075" y="1101136"/>
            <a:ext cx="552091" cy="552091"/>
          </a:xfrm>
          <a:prstGeom prst="rect">
            <a:avLst/>
          </a:prstGeom>
        </p:spPr>
      </p:pic>
      <p:pic>
        <p:nvPicPr>
          <p:cNvPr id="24" name="Grafik 23" descr="Badge med massiv udfyldning">
            <a:extLst>
              <a:ext uri="{FF2B5EF4-FFF2-40B4-BE49-F238E27FC236}">
                <a16:creationId xmlns:a16="http://schemas.microsoft.com/office/drawing/2014/main" id="{7950BEEE-DC43-48EE-1F84-DF17B5CA30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25590" y="1104833"/>
            <a:ext cx="552091" cy="552091"/>
          </a:xfrm>
          <a:prstGeom prst="rect">
            <a:avLst/>
          </a:prstGeom>
        </p:spPr>
      </p:pic>
      <p:pic>
        <p:nvPicPr>
          <p:cNvPr id="26" name="Grafik 25" descr="Badge 3 med massiv udfyldning">
            <a:extLst>
              <a:ext uri="{FF2B5EF4-FFF2-40B4-BE49-F238E27FC236}">
                <a16:creationId xmlns:a16="http://schemas.microsoft.com/office/drawing/2014/main" id="{15E142B3-F1CC-B292-5B23-E7DCC6A736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56074" y="3805721"/>
            <a:ext cx="552091" cy="552091"/>
          </a:xfrm>
          <a:prstGeom prst="rect">
            <a:avLst/>
          </a:prstGeom>
        </p:spPr>
      </p:pic>
      <p:pic>
        <p:nvPicPr>
          <p:cNvPr id="28" name="Grafik 27" descr="Badge 4 med massiv udfyldning">
            <a:extLst>
              <a:ext uri="{FF2B5EF4-FFF2-40B4-BE49-F238E27FC236}">
                <a16:creationId xmlns:a16="http://schemas.microsoft.com/office/drawing/2014/main" id="{958C1D6D-1D06-04B1-BC27-64577E709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5590" y="3805721"/>
            <a:ext cx="552091" cy="552091"/>
          </a:xfrm>
          <a:prstGeom prst="rect">
            <a:avLst/>
          </a:prstGeom>
        </p:spPr>
      </p:pic>
      <p:sp>
        <p:nvSpPr>
          <p:cNvPr id="30" name="Rektangel 29">
            <a:extLst>
              <a:ext uri="{FF2B5EF4-FFF2-40B4-BE49-F238E27FC236}">
                <a16:creationId xmlns:a16="http://schemas.microsoft.com/office/drawing/2014/main" id="{8415F059-5524-D9B4-D9CE-F5C98ACE4440}"/>
              </a:ext>
            </a:extLst>
          </p:cNvPr>
          <p:cNvSpPr/>
          <p:nvPr/>
        </p:nvSpPr>
        <p:spPr>
          <a:xfrm>
            <a:off x="8557509" y="1062317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1" name="Pladsholder til tekst 18">
            <a:extLst>
              <a:ext uri="{FF2B5EF4-FFF2-40B4-BE49-F238E27FC236}">
                <a16:creationId xmlns:a16="http://schemas.microsoft.com/office/drawing/2014/main" id="{72CBC415-531C-287A-06ED-478D6D3D72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738768" y="2201001"/>
            <a:ext cx="2725738" cy="122522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4" name="Rektangel 33">
            <a:extLst>
              <a:ext uri="{FF2B5EF4-FFF2-40B4-BE49-F238E27FC236}">
                <a16:creationId xmlns:a16="http://schemas.microsoft.com/office/drawing/2014/main" id="{1D637F53-0961-D753-9CCA-826C05F25348}"/>
              </a:ext>
            </a:extLst>
          </p:cNvPr>
          <p:cNvSpPr/>
          <p:nvPr/>
        </p:nvSpPr>
        <p:spPr>
          <a:xfrm>
            <a:off x="5298112" y="3766902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5" name="Pladsholder til tekst 18">
            <a:extLst>
              <a:ext uri="{FF2B5EF4-FFF2-40B4-BE49-F238E27FC236}">
                <a16:creationId xmlns:a16="http://schemas.microsoft.com/office/drawing/2014/main" id="{38A62022-F2CA-406B-233C-54B43978AE1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79371" y="4905586"/>
            <a:ext cx="2725738" cy="122522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A04C7AC0-B565-151A-9F3A-FF359335AF24}"/>
              </a:ext>
            </a:extLst>
          </p:cNvPr>
          <p:cNvSpPr/>
          <p:nvPr/>
        </p:nvSpPr>
        <p:spPr>
          <a:xfrm>
            <a:off x="8557509" y="3766902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9" name="Pladsholder til tekst 18">
            <a:extLst>
              <a:ext uri="{FF2B5EF4-FFF2-40B4-BE49-F238E27FC236}">
                <a16:creationId xmlns:a16="http://schemas.microsoft.com/office/drawing/2014/main" id="{987A51DE-FE2B-C476-509E-7E9DBBAE71F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738768" y="4905586"/>
            <a:ext cx="2725738" cy="122522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8CB54D9B-DC92-DA1A-226B-CD2C8BA86DA7}"/>
              </a:ext>
            </a:extLst>
          </p:cNvPr>
          <p:cNvSpPr/>
          <p:nvPr userDrawn="1"/>
        </p:nvSpPr>
        <p:spPr>
          <a:xfrm>
            <a:off x="0" y="0"/>
            <a:ext cx="473015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9B506AB1-D825-4EB6-CF40-C3480ED520B7}"/>
              </a:ext>
            </a:extLst>
          </p:cNvPr>
          <p:cNvSpPr/>
          <p:nvPr userDrawn="1"/>
        </p:nvSpPr>
        <p:spPr>
          <a:xfrm>
            <a:off x="5287994" y="1062317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4" name="Grafik 3" descr="Badge 1 med massiv udfyldning">
            <a:extLst>
              <a:ext uri="{FF2B5EF4-FFF2-40B4-BE49-F238E27FC236}">
                <a16:creationId xmlns:a16="http://schemas.microsoft.com/office/drawing/2014/main" id="{4ED77CCF-5526-0410-E4FD-E7E859138F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56075" y="1101136"/>
            <a:ext cx="552091" cy="552091"/>
          </a:xfrm>
          <a:prstGeom prst="rect">
            <a:avLst/>
          </a:prstGeom>
        </p:spPr>
      </p:pic>
      <p:pic>
        <p:nvPicPr>
          <p:cNvPr id="5" name="Grafik 4" descr="Badge med massiv udfyldning">
            <a:extLst>
              <a:ext uri="{FF2B5EF4-FFF2-40B4-BE49-F238E27FC236}">
                <a16:creationId xmlns:a16="http://schemas.microsoft.com/office/drawing/2014/main" id="{FFACF88F-F1AB-4C4D-2E13-D9B9F1A384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25590" y="1104833"/>
            <a:ext cx="552091" cy="552091"/>
          </a:xfrm>
          <a:prstGeom prst="rect">
            <a:avLst/>
          </a:prstGeom>
        </p:spPr>
      </p:pic>
      <p:pic>
        <p:nvPicPr>
          <p:cNvPr id="6" name="Grafik 5" descr="Badge 3 med massiv udfyldning">
            <a:extLst>
              <a:ext uri="{FF2B5EF4-FFF2-40B4-BE49-F238E27FC236}">
                <a16:creationId xmlns:a16="http://schemas.microsoft.com/office/drawing/2014/main" id="{8B358B7B-5E14-AE3F-D8AA-B729C070C4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56074" y="3805721"/>
            <a:ext cx="552091" cy="552091"/>
          </a:xfrm>
          <a:prstGeom prst="rect">
            <a:avLst/>
          </a:prstGeom>
        </p:spPr>
      </p:pic>
      <p:pic>
        <p:nvPicPr>
          <p:cNvPr id="7" name="Grafik 6" descr="Badge 4 med massiv udfyldning">
            <a:extLst>
              <a:ext uri="{FF2B5EF4-FFF2-40B4-BE49-F238E27FC236}">
                <a16:creationId xmlns:a16="http://schemas.microsoft.com/office/drawing/2014/main" id="{5D24D015-CF3E-99BD-A501-5E223E43BD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25590" y="3805721"/>
            <a:ext cx="552091" cy="552091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89DB1CD2-83C8-EE75-BD73-D47E423A7480}"/>
              </a:ext>
            </a:extLst>
          </p:cNvPr>
          <p:cNvSpPr/>
          <p:nvPr userDrawn="1"/>
        </p:nvSpPr>
        <p:spPr>
          <a:xfrm>
            <a:off x="8557509" y="1062317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233ED9F8-307B-A01C-39DB-A29F79F7C8DD}"/>
              </a:ext>
            </a:extLst>
          </p:cNvPr>
          <p:cNvSpPr/>
          <p:nvPr userDrawn="1"/>
        </p:nvSpPr>
        <p:spPr>
          <a:xfrm>
            <a:off x="5298112" y="3766902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618AACC1-26AA-FDA8-973D-5F3AAB621549}"/>
              </a:ext>
            </a:extLst>
          </p:cNvPr>
          <p:cNvSpPr/>
          <p:nvPr userDrawn="1"/>
        </p:nvSpPr>
        <p:spPr>
          <a:xfrm>
            <a:off x="8557509" y="3766902"/>
            <a:ext cx="3088256" cy="25100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4" name="Pladsholder til tekst 18">
            <a:extLst>
              <a:ext uri="{FF2B5EF4-FFF2-40B4-BE49-F238E27FC236}">
                <a16:creationId xmlns:a16="http://schemas.microsoft.com/office/drawing/2014/main" id="{A2387C31-BB0B-7872-3143-59931D05715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738768" y="1703690"/>
            <a:ext cx="2715620" cy="35113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5" name="Pladsholder til tekst 18">
            <a:extLst>
              <a:ext uri="{FF2B5EF4-FFF2-40B4-BE49-F238E27FC236}">
                <a16:creationId xmlns:a16="http://schemas.microsoft.com/office/drawing/2014/main" id="{B5B4272F-2918-6F2A-E7A6-8F2B35213F5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467064" y="4408275"/>
            <a:ext cx="2715620" cy="35113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6" name="Pladsholder til tekst 18">
            <a:extLst>
              <a:ext uri="{FF2B5EF4-FFF2-40B4-BE49-F238E27FC236}">
                <a16:creationId xmlns:a16="http://schemas.microsoft.com/office/drawing/2014/main" id="{68813193-889D-153B-1F8B-F898A14E6A8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738768" y="4408275"/>
            <a:ext cx="2715620" cy="35113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pic>
        <p:nvPicPr>
          <p:cNvPr id="17" name="Billede 10" descr="Et billede, der indeholder sort, mørke&#10;&#10;Automatisk genereret beskrivelse">
            <a:extLst>
              <a:ext uri="{FF2B5EF4-FFF2-40B4-BE49-F238E27FC236}">
                <a16:creationId xmlns:a16="http://schemas.microsoft.com/office/drawing/2014/main" id="{4994E521-DAAE-1BD3-9CA1-C6634778FE5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372" y="233037"/>
            <a:ext cx="1818896" cy="68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709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obler med tekst blå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83CE87A5-ECA9-CD2B-A171-836580D096BB}"/>
              </a:ext>
            </a:extLst>
          </p:cNvPr>
          <p:cNvSpPr/>
          <p:nvPr/>
        </p:nvSpPr>
        <p:spPr>
          <a:xfrm>
            <a:off x="4068792" y="519023"/>
            <a:ext cx="2909977" cy="2909977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3141B8E-46A2-CB74-8EA1-5BE2A7F15701}"/>
              </a:ext>
            </a:extLst>
          </p:cNvPr>
          <p:cNvSpPr/>
          <p:nvPr/>
        </p:nvSpPr>
        <p:spPr>
          <a:xfrm>
            <a:off x="609338" y="2631057"/>
            <a:ext cx="3707920" cy="370792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A2A7E27C-915E-59A0-86E3-1A9945540C1B}"/>
              </a:ext>
            </a:extLst>
          </p:cNvPr>
          <p:cNvSpPr/>
          <p:nvPr/>
        </p:nvSpPr>
        <p:spPr>
          <a:xfrm>
            <a:off x="7330684" y="1620328"/>
            <a:ext cx="4251978" cy="4251978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3C725DE-84C6-C88B-AFFF-A919380FF621}"/>
              </a:ext>
            </a:extLst>
          </p:cNvPr>
          <p:cNvSpPr/>
          <p:nvPr/>
        </p:nvSpPr>
        <p:spPr>
          <a:xfrm>
            <a:off x="6827187" y="408346"/>
            <a:ext cx="655079" cy="655079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7F3AA8B3-2C05-C4B0-4E6D-48FBCE56521B}"/>
              </a:ext>
            </a:extLst>
          </p:cNvPr>
          <p:cNvSpPr/>
          <p:nvPr userDrawn="1"/>
        </p:nvSpPr>
        <p:spPr>
          <a:xfrm>
            <a:off x="609338" y="2631057"/>
            <a:ext cx="3707920" cy="370792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58B31E1-3328-84E4-8987-5C462AC11539}"/>
              </a:ext>
            </a:extLst>
          </p:cNvPr>
          <p:cNvSpPr/>
          <p:nvPr/>
        </p:nvSpPr>
        <p:spPr>
          <a:xfrm>
            <a:off x="7644752" y="202328"/>
            <a:ext cx="412036" cy="412036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3F6234BE-83D1-240D-4D58-72754CAEE0C1}"/>
              </a:ext>
            </a:extLst>
          </p:cNvPr>
          <p:cNvSpPr/>
          <p:nvPr/>
        </p:nvSpPr>
        <p:spPr>
          <a:xfrm>
            <a:off x="6827187" y="5165925"/>
            <a:ext cx="960956" cy="960956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7FB2691-1176-452F-0A9D-761F697D3882}"/>
              </a:ext>
            </a:extLst>
          </p:cNvPr>
          <p:cNvSpPr/>
          <p:nvPr/>
        </p:nvSpPr>
        <p:spPr>
          <a:xfrm>
            <a:off x="6222758" y="6126881"/>
            <a:ext cx="604429" cy="604429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17E970B3-526D-36C0-6FEC-E52D6E47CF5A}"/>
              </a:ext>
            </a:extLst>
          </p:cNvPr>
          <p:cNvSpPr/>
          <p:nvPr/>
        </p:nvSpPr>
        <p:spPr>
          <a:xfrm>
            <a:off x="634025" y="2062593"/>
            <a:ext cx="822170" cy="82217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1BB4071-3150-A599-8E25-7815CF382353}"/>
              </a:ext>
            </a:extLst>
          </p:cNvPr>
          <p:cNvSpPr/>
          <p:nvPr/>
        </p:nvSpPr>
        <p:spPr>
          <a:xfrm>
            <a:off x="166833" y="1592729"/>
            <a:ext cx="517134" cy="517134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A117ABEB-F554-90F4-14E7-F55EE5C5F93E}"/>
              </a:ext>
            </a:extLst>
          </p:cNvPr>
          <p:cNvSpPr/>
          <p:nvPr userDrawn="1"/>
        </p:nvSpPr>
        <p:spPr>
          <a:xfrm>
            <a:off x="4068636" y="525544"/>
            <a:ext cx="2909977" cy="2909977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3A1C5A1-CBFF-C01B-25C4-671C8913BC15}"/>
              </a:ext>
            </a:extLst>
          </p:cNvPr>
          <p:cNvSpPr/>
          <p:nvPr userDrawn="1"/>
        </p:nvSpPr>
        <p:spPr>
          <a:xfrm>
            <a:off x="7323317" y="1625499"/>
            <a:ext cx="4251978" cy="4251978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E116660-E934-3A72-FD4F-EA8374349EE7}"/>
              </a:ext>
            </a:extLst>
          </p:cNvPr>
          <p:cNvSpPr/>
          <p:nvPr userDrawn="1"/>
        </p:nvSpPr>
        <p:spPr>
          <a:xfrm>
            <a:off x="6827187" y="408346"/>
            <a:ext cx="655079" cy="655079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C6644AE-291D-EBF5-F944-6B80EF6A6CC8}"/>
              </a:ext>
            </a:extLst>
          </p:cNvPr>
          <p:cNvSpPr/>
          <p:nvPr userDrawn="1"/>
        </p:nvSpPr>
        <p:spPr>
          <a:xfrm>
            <a:off x="7644752" y="202328"/>
            <a:ext cx="412036" cy="412036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1B193AD5-977E-33AA-201F-ED30ADA9BE8B}"/>
              </a:ext>
            </a:extLst>
          </p:cNvPr>
          <p:cNvSpPr/>
          <p:nvPr userDrawn="1"/>
        </p:nvSpPr>
        <p:spPr>
          <a:xfrm>
            <a:off x="6827187" y="5165925"/>
            <a:ext cx="960956" cy="960956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DB76A853-7D73-F331-0265-375AC6A9CC53}"/>
              </a:ext>
            </a:extLst>
          </p:cNvPr>
          <p:cNvSpPr/>
          <p:nvPr userDrawn="1"/>
        </p:nvSpPr>
        <p:spPr>
          <a:xfrm>
            <a:off x="6222758" y="6126881"/>
            <a:ext cx="604429" cy="604429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E2CE9343-857D-98C7-B7AC-38BF08846795}"/>
              </a:ext>
            </a:extLst>
          </p:cNvPr>
          <p:cNvSpPr/>
          <p:nvPr userDrawn="1"/>
        </p:nvSpPr>
        <p:spPr>
          <a:xfrm>
            <a:off x="634025" y="2062593"/>
            <a:ext cx="822170" cy="82217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8B451847-A9D2-EB28-EEF7-CE27EF5AF4FA}"/>
              </a:ext>
            </a:extLst>
          </p:cNvPr>
          <p:cNvSpPr/>
          <p:nvPr userDrawn="1"/>
        </p:nvSpPr>
        <p:spPr>
          <a:xfrm>
            <a:off x="166833" y="1592729"/>
            <a:ext cx="517134" cy="517134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Pladsholder til tekst 6">
            <a:extLst>
              <a:ext uri="{FF2B5EF4-FFF2-40B4-BE49-F238E27FC236}">
                <a16:creationId xmlns:a16="http://schemas.microsoft.com/office/drawing/2014/main" id="{8D3A1E7F-5B84-F8A8-41C7-89307A7B2ED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4319" y="3354628"/>
            <a:ext cx="2508405" cy="22038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3" name="Pladsholder til tekst 6">
            <a:extLst>
              <a:ext uri="{FF2B5EF4-FFF2-40B4-BE49-F238E27FC236}">
                <a16:creationId xmlns:a16="http://schemas.microsoft.com/office/drawing/2014/main" id="{2882F17C-00F2-A813-2186-4FE5B2FBF7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56787" y="2267340"/>
            <a:ext cx="2813375" cy="28985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4" name="Pladsholder til tekst 6">
            <a:extLst>
              <a:ext uri="{FF2B5EF4-FFF2-40B4-BE49-F238E27FC236}">
                <a16:creationId xmlns:a16="http://schemas.microsoft.com/office/drawing/2014/main" id="{0EA4F555-26FA-340F-7755-423F83BD09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67240" y="1063426"/>
            <a:ext cx="1948713" cy="182133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10402545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 bokse med tekst gu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D3A1C5A1-CBFF-C01B-25C4-671C8913BC15}"/>
              </a:ext>
            </a:extLst>
          </p:cNvPr>
          <p:cNvSpPr/>
          <p:nvPr userDrawn="1"/>
        </p:nvSpPr>
        <p:spPr>
          <a:xfrm>
            <a:off x="7330684" y="1620328"/>
            <a:ext cx="4251978" cy="4251978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A2A7E27C-915E-59A0-86E3-1A9945540C1B}"/>
              </a:ext>
            </a:extLst>
          </p:cNvPr>
          <p:cNvSpPr/>
          <p:nvPr/>
        </p:nvSpPr>
        <p:spPr>
          <a:xfrm>
            <a:off x="7330684" y="1620328"/>
            <a:ext cx="4251978" cy="4251978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3141B8E-46A2-CB74-8EA1-5BE2A7F15701}"/>
              </a:ext>
            </a:extLst>
          </p:cNvPr>
          <p:cNvSpPr/>
          <p:nvPr/>
        </p:nvSpPr>
        <p:spPr>
          <a:xfrm>
            <a:off x="609338" y="2631057"/>
            <a:ext cx="3707920" cy="370792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A117ABEB-F554-90F4-14E7-F55EE5C5F93E}"/>
              </a:ext>
            </a:extLst>
          </p:cNvPr>
          <p:cNvSpPr/>
          <p:nvPr userDrawn="1"/>
        </p:nvSpPr>
        <p:spPr>
          <a:xfrm>
            <a:off x="4068792" y="519023"/>
            <a:ext cx="2909977" cy="2909977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7F3AA8B3-2C05-C4B0-4E6D-48FBCE56521B}"/>
              </a:ext>
            </a:extLst>
          </p:cNvPr>
          <p:cNvSpPr/>
          <p:nvPr userDrawn="1"/>
        </p:nvSpPr>
        <p:spPr>
          <a:xfrm>
            <a:off x="624644" y="2631672"/>
            <a:ext cx="3707920" cy="3707920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83CE87A5-ECA9-CD2B-A171-836580D096BB}"/>
              </a:ext>
            </a:extLst>
          </p:cNvPr>
          <p:cNvSpPr/>
          <p:nvPr/>
        </p:nvSpPr>
        <p:spPr>
          <a:xfrm>
            <a:off x="4068792" y="519023"/>
            <a:ext cx="2909977" cy="2909977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3C725DE-84C6-C88B-AFFF-A919380FF621}"/>
              </a:ext>
            </a:extLst>
          </p:cNvPr>
          <p:cNvSpPr/>
          <p:nvPr/>
        </p:nvSpPr>
        <p:spPr>
          <a:xfrm>
            <a:off x="6827187" y="408346"/>
            <a:ext cx="655079" cy="655079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58B31E1-3328-84E4-8987-5C462AC11539}"/>
              </a:ext>
            </a:extLst>
          </p:cNvPr>
          <p:cNvSpPr/>
          <p:nvPr/>
        </p:nvSpPr>
        <p:spPr>
          <a:xfrm>
            <a:off x="7644752" y="202328"/>
            <a:ext cx="412036" cy="412036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3F6234BE-83D1-240D-4D58-72754CAEE0C1}"/>
              </a:ext>
            </a:extLst>
          </p:cNvPr>
          <p:cNvSpPr/>
          <p:nvPr/>
        </p:nvSpPr>
        <p:spPr>
          <a:xfrm>
            <a:off x="6827187" y="5165925"/>
            <a:ext cx="960956" cy="960956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7FB2691-1176-452F-0A9D-761F697D3882}"/>
              </a:ext>
            </a:extLst>
          </p:cNvPr>
          <p:cNvSpPr/>
          <p:nvPr/>
        </p:nvSpPr>
        <p:spPr>
          <a:xfrm>
            <a:off x="6222758" y="6126881"/>
            <a:ext cx="604429" cy="604429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17E970B3-526D-36C0-6FEC-E52D6E47CF5A}"/>
              </a:ext>
            </a:extLst>
          </p:cNvPr>
          <p:cNvSpPr/>
          <p:nvPr/>
        </p:nvSpPr>
        <p:spPr>
          <a:xfrm>
            <a:off x="634025" y="2062593"/>
            <a:ext cx="822170" cy="82217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1BB4071-3150-A599-8E25-7815CF382353}"/>
              </a:ext>
            </a:extLst>
          </p:cNvPr>
          <p:cNvSpPr/>
          <p:nvPr/>
        </p:nvSpPr>
        <p:spPr>
          <a:xfrm>
            <a:off x="166833" y="1592729"/>
            <a:ext cx="517134" cy="517134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E116660-E934-3A72-FD4F-EA8374349EE7}"/>
              </a:ext>
            </a:extLst>
          </p:cNvPr>
          <p:cNvSpPr/>
          <p:nvPr userDrawn="1"/>
        </p:nvSpPr>
        <p:spPr>
          <a:xfrm>
            <a:off x="6827187" y="408346"/>
            <a:ext cx="655079" cy="655079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7C6644AE-291D-EBF5-F944-6B80EF6A6CC8}"/>
              </a:ext>
            </a:extLst>
          </p:cNvPr>
          <p:cNvSpPr/>
          <p:nvPr userDrawn="1"/>
        </p:nvSpPr>
        <p:spPr>
          <a:xfrm>
            <a:off x="7644752" y="202328"/>
            <a:ext cx="412036" cy="412036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1B193AD5-977E-33AA-201F-ED30ADA9BE8B}"/>
              </a:ext>
            </a:extLst>
          </p:cNvPr>
          <p:cNvSpPr/>
          <p:nvPr userDrawn="1"/>
        </p:nvSpPr>
        <p:spPr>
          <a:xfrm>
            <a:off x="6827187" y="5165925"/>
            <a:ext cx="960956" cy="960956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DB76A853-7D73-F331-0265-375AC6A9CC53}"/>
              </a:ext>
            </a:extLst>
          </p:cNvPr>
          <p:cNvSpPr/>
          <p:nvPr userDrawn="1"/>
        </p:nvSpPr>
        <p:spPr>
          <a:xfrm>
            <a:off x="6222758" y="6126881"/>
            <a:ext cx="604429" cy="604429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E2CE9343-857D-98C7-B7AC-38BF08846795}"/>
              </a:ext>
            </a:extLst>
          </p:cNvPr>
          <p:cNvSpPr/>
          <p:nvPr userDrawn="1"/>
        </p:nvSpPr>
        <p:spPr>
          <a:xfrm>
            <a:off x="634025" y="2062593"/>
            <a:ext cx="822170" cy="822170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8B451847-A9D2-EB28-EEF7-CE27EF5AF4FA}"/>
              </a:ext>
            </a:extLst>
          </p:cNvPr>
          <p:cNvSpPr/>
          <p:nvPr userDrawn="1"/>
        </p:nvSpPr>
        <p:spPr>
          <a:xfrm>
            <a:off x="166833" y="1592729"/>
            <a:ext cx="517134" cy="517134"/>
          </a:xfrm>
          <a:prstGeom prst="ellipse">
            <a:avLst/>
          </a:prstGeom>
          <a:solidFill>
            <a:schemeClr val="bg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Pladsholder til tekst 6">
            <a:extLst>
              <a:ext uri="{FF2B5EF4-FFF2-40B4-BE49-F238E27FC236}">
                <a16:creationId xmlns:a16="http://schemas.microsoft.com/office/drawing/2014/main" id="{8D3A1E7F-5B84-F8A8-41C7-89307A7B2ED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42534" y="3450566"/>
            <a:ext cx="2441528" cy="210794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7" name="Pladsholder til tekst 6">
            <a:extLst>
              <a:ext uri="{FF2B5EF4-FFF2-40B4-BE49-F238E27FC236}">
                <a16:creationId xmlns:a16="http://schemas.microsoft.com/office/drawing/2014/main" id="{16FD77BF-BF2C-21DC-4882-43FB0B4F49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65724" y="1146853"/>
            <a:ext cx="1916112" cy="16543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12" name="Pladsholder til tekst 6">
            <a:extLst>
              <a:ext uri="{FF2B5EF4-FFF2-40B4-BE49-F238E27FC236}">
                <a16:creationId xmlns:a16="http://schemas.microsoft.com/office/drawing/2014/main" id="{963992AD-36AD-AA14-246B-14784DE663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56788" y="2537696"/>
            <a:ext cx="2799770" cy="241724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accent6"/>
                </a:solidFill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88383727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. element stor bl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4B2934ED-80B3-C39D-96B3-55A412521BF4}"/>
              </a:ext>
            </a:extLst>
          </p:cNvPr>
          <p:cNvSpPr/>
          <p:nvPr userDrawn="1"/>
        </p:nvSpPr>
        <p:spPr>
          <a:xfrm>
            <a:off x="3067106" y="400106"/>
            <a:ext cx="6057788" cy="6057788"/>
          </a:xfrm>
          <a:prstGeom prst="ellipse">
            <a:avLst/>
          </a:prstGeom>
          <a:solidFill>
            <a:schemeClr val="accent6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F256F9EA-ADE3-C741-A761-4DE15FC20E07}"/>
              </a:ext>
            </a:extLst>
          </p:cNvPr>
          <p:cNvSpPr/>
          <p:nvPr/>
        </p:nvSpPr>
        <p:spPr>
          <a:xfrm>
            <a:off x="1740342" y="1867301"/>
            <a:ext cx="1216948" cy="1217850"/>
          </a:xfrm>
          <a:prstGeom prst="ellipse">
            <a:avLst/>
          </a:prstGeom>
          <a:solidFill>
            <a:schemeClr val="accent6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FDA5C508-D5C0-6226-2BB7-24969F765FCA}"/>
              </a:ext>
            </a:extLst>
          </p:cNvPr>
          <p:cNvSpPr/>
          <p:nvPr/>
        </p:nvSpPr>
        <p:spPr>
          <a:xfrm>
            <a:off x="1017996" y="1272001"/>
            <a:ext cx="822888" cy="823499"/>
          </a:xfrm>
          <a:prstGeom prst="ellipse">
            <a:avLst/>
          </a:prstGeom>
          <a:solidFill>
            <a:schemeClr val="accent6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A900198F-C982-1CD4-D669-2779E10EC012}"/>
              </a:ext>
            </a:extLst>
          </p:cNvPr>
          <p:cNvSpPr/>
          <p:nvPr/>
        </p:nvSpPr>
        <p:spPr>
          <a:xfrm>
            <a:off x="672696" y="791402"/>
            <a:ext cx="480242" cy="480599"/>
          </a:xfrm>
          <a:prstGeom prst="ellipse">
            <a:avLst/>
          </a:prstGeom>
          <a:solidFill>
            <a:schemeClr val="accent6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6" name="Kombinationstegning: figur 25">
            <a:extLst>
              <a:ext uri="{FF2B5EF4-FFF2-40B4-BE49-F238E27FC236}">
                <a16:creationId xmlns:a16="http://schemas.microsoft.com/office/drawing/2014/main" id="{880DA3A5-1D66-5995-C430-B98A24316513}"/>
              </a:ext>
            </a:extLst>
          </p:cNvPr>
          <p:cNvSpPr/>
          <p:nvPr/>
        </p:nvSpPr>
        <p:spPr>
          <a:xfrm rot="434490">
            <a:off x="-19742" y="-52160"/>
            <a:ext cx="750498" cy="810883"/>
          </a:xfrm>
          <a:custGeom>
            <a:avLst/>
            <a:gdLst>
              <a:gd name="connsiteX0" fmla="*/ 750498 w 750498"/>
              <a:gd name="connsiteY0" fmla="*/ 810883 h 810883"/>
              <a:gd name="connsiteX1" fmla="*/ 0 w 750498"/>
              <a:gd name="connsiteY1" fmla="*/ 0 h 810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50498" h="810883">
                <a:moveTo>
                  <a:pt x="750498" y="810883"/>
                </a:moveTo>
                <a:cubicBezTo>
                  <a:pt x="465107" y="580845"/>
                  <a:pt x="179717" y="350808"/>
                  <a:pt x="0" y="0"/>
                </a:cubicBezTo>
              </a:path>
            </a:pathLst>
          </a:custGeom>
          <a:noFill/>
          <a:ln w="31750" cap="rnd">
            <a:solidFill>
              <a:schemeClr val="accent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8" name="Pladsholder til tekst 6">
            <a:extLst>
              <a:ext uri="{FF2B5EF4-FFF2-40B4-BE49-F238E27FC236}">
                <a16:creationId xmlns:a16="http://schemas.microsoft.com/office/drawing/2014/main" id="{965D88F5-7C33-BC52-AA09-64FD07CD6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96114" y="1117474"/>
            <a:ext cx="2799770" cy="835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9" name="Pladsholder til tekst 6">
            <a:extLst>
              <a:ext uri="{FF2B5EF4-FFF2-40B4-BE49-F238E27FC236}">
                <a16:creationId xmlns:a16="http://schemas.microsoft.com/office/drawing/2014/main" id="{EA27D560-FFEF-BF84-9C57-940E4F4838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96383" y="2205348"/>
            <a:ext cx="4199233" cy="316467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Kombinationstegning: figur 5">
            <a:extLst>
              <a:ext uri="{FF2B5EF4-FFF2-40B4-BE49-F238E27FC236}">
                <a16:creationId xmlns:a16="http://schemas.microsoft.com/office/drawing/2014/main" id="{DB872DCC-EF22-B14A-2826-E658749BC0B0}"/>
              </a:ext>
            </a:extLst>
          </p:cNvPr>
          <p:cNvSpPr/>
          <p:nvPr userDrawn="1"/>
        </p:nvSpPr>
        <p:spPr>
          <a:xfrm rot="434490">
            <a:off x="-19742" y="-52160"/>
            <a:ext cx="750498" cy="810883"/>
          </a:xfrm>
          <a:custGeom>
            <a:avLst/>
            <a:gdLst>
              <a:gd name="connsiteX0" fmla="*/ 750498 w 750498"/>
              <a:gd name="connsiteY0" fmla="*/ 810883 h 810883"/>
              <a:gd name="connsiteX1" fmla="*/ 0 w 750498"/>
              <a:gd name="connsiteY1" fmla="*/ 0 h 810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50498" h="810883">
                <a:moveTo>
                  <a:pt x="750498" y="810883"/>
                </a:moveTo>
                <a:cubicBezTo>
                  <a:pt x="465107" y="580845"/>
                  <a:pt x="179717" y="350808"/>
                  <a:pt x="0" y="0"/>
                </a:cubicBezTo>
              </a:path>
            </a:pathLst>
          </a:custGeom>
          <a:noFill/>
          <a:ln w="31750" cap="rnd"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84559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. element stor g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4B2934ED-80B3-C39D-96B3-55A412521BF4}"/>
              </a:ext>
            </a:extLst>
          </p:cNvPr>
          <p:cNvSpPr/>
          <p:nvPr userDrawn="1"/>
        </p:nvSpPr>
        <p:spPr>
          <a:xfrm>
            <a:off x="3067106" y="400106"/>
            <a:ext cx="6057788" cy="6057788"/>
          </a:xfrm>
          <a:prstGeom prst="ellips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F256F9EA-ADE3-C741-A761-4DE15FC20E07}"/>
              </a:ext>
            </a:extLst>
          </p:cNvPr>
          <p:cNvSpPr/>
          <p:nvPr/>
        </p:nvSpPr>
        <p:spPr>
          <a:xfrm>
            <a:off x="1740342" y="1867301"/>
            <a:ext cx="1216948" cy="1217850"/>
          </a:xfrm>
          <a:prstGeom prst="ellips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FDA5C508-D5C0-6226-2BB7-24969F765FCA}"/>
              </a:ext>
            </a:extLst>
          </p:cNvPr>
          <p:cNvSpPr/>
          <p:nvPr/>
        </p:nvSpPr>
        <p:spPr>
          <a:xfrm>
            <a:off x="1017996" y="1272001"/>
            <a:ext cx="822888" cy="823499"/>
          </a:xfrm>
          <a:prstGeom prst="ellips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A900198F-C982-1CD4-D669-2779E10EC012}"/>
              </a:ext>
            </a:extLst>
          </p:cNvPr>
          <p:cNvSpPr/>
          <p:nvPr/>
        </p:nvSpPr>
        <p:spPr>
          <a:xfrm>
            <a:off x="672696" y="791402"/>
            <a:ext cx="480242" cy="480599"/>
          </a:xfrm>
          <a:prstGeom prst="ellips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6" name="Kombinationstegning: figur 25">
            <a:extLst>
              <a:ext uri="{FF2B5EF4-FFF2-40B4-BE49-F238E27FC236}">
                <a16:creationId xmlns:a16="http://schemas.microsoft.com/office/drawing/2014/main" id="{880DA3A5-1D66-5995-C430-B98A24316513}"/>
              </a:ext>
            </a:extLst>
          </p:cNvPr>
          <p:cNvSpPr/>
          <p:nvPr/>
        </p:nvSpPr>
        <p:spPr>
          <a:xfrm rot="434490">
            <a:off x="-19742" y="-52160"/>
            <a:ext cx="750498" cy="810883"/>
          </a:xfrm>
          <a:custGeom>
            <a:avLst/>
            <a:gdLst>
              <a:gd name="connsiteX0" fmla="*/ 750498 w 750498"/>
              <a:gd name="connsiteY0" fmla="*/ 810883 h 810883"/>
              <a:gd name="connsiteX1" fmla="*/ 0 w 750498"/>
              <a:gd name="connsiteY1" fmla="*/ 0 h 810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50498" h="810883">
                <a:moveTo>
                  <a:pt x="750498" y="810883"/>
                </a:moveTo>
                <a:cubicBezTo>
                  <a:pt x="465107" y="580845"/>
                  <a:pt x="179717" y="350808"/>
                  <a:pt x="0" y="0"/>
                </a:cubicBezTo>
              </a:path>
            </a:pathLst>
          </a:custGeom>
          <a:noFill/>
          <a:ln w="31750" cap="rnd">
            <a:solidFill>
              <a:schemeClr val="accent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8" name="Pladsholder til tekst 6">
            <a:extLst>
              <a:ext uri="{FF2B5EF4-FFF2-40B4-BE49-F238E27FC236}">
                <a16:creationId xmlns:a16="http://schemas.microsoft.com/office/drawing/2014/main" id="{965D88F5-7C33-BC52-AA09-64FD07CD6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96114" y="1117474"/>
            <a:ext cx="2799770" cy="835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29" name="Pladsholder til tekst 6">
            <a:extLst>
              <a:ext uri="{FF2B5EF4-FFF2-40B4-BE49-F238E27FC236}">
                <a16:creationId xmlns:a16="http://schemas.microsoft.com/office/drawing/2014/main" id="{EA27D560-FFEF-BF84-9C57-940E4F4838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96383" y="2205348"/>
            <a:ext cx="4199233" cy="316467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Kombinationstegning: figur 5">
            <a:extLst>
              <a:ext uri="{FF2B5EF4-FFF2-40B4-BE49-F238E27FC236}">
                <a16:creationId xmlns:a16="http://schemas.microsoft.com/office/drawing/2014/main" id="{DB872DCC-EF22-B14A-2826-E658749BC0B0}"/>
              </a:ext>
            </a:extLst>
          </p:cNvPr>
          <p:cNvSpPr/>
          <p:nvPr userDrawn="1"/>
        </p:nvSpPr>
        <p:spPr>
          <a:xfrm rot="434490">
            <a:off x="-19742" y="-52160"/>
            <a:ext cx="750498" cy="810883"/>
          </a:xfrm>
          <a:custGeom>
            <a:avLst/>
            <a:gdLst>
              <a:gd name="connsiteX0" fmla="*/ 750498 w 750498"/>
              <a:gd name="connsiteY0" fmla="*/ 810883 h 810883"/>
              <a:gd name="connsiteX1" fmla="*/ 0 w 750498"/>
              <a:gd name="connsiteY1" fmla="*/ 0 h 810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50498" h="810883">
                <a:moveTo>
                  <a:pt x="750498" y="810883"/>
                </a:moveTo>
                <a:cubicBezTo>
                  <a:pt x="465107" y="580845"/>
                  <a:pt x="179717" y="350808"/>
                  <a:pt x="0" y="0"/>
                </a:cubicBezTo>
              </a:path>
            </a:pathLst>
          </a:custGeom>
          <a:noFill/>
          <a:ln w="31750" cap="rnd">
            <a:solidFill>
              <a:schemeClr val="accent3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8886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3437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75" r:id="rId3"/>
    <p:sldLayoutId id="2147483681" r:id="rId4"/>
    <p:sldLayoutId id="2147483665" r:id="rId5"/>
    <p:sldLayoutId id="2147483664" r:id="rId6"/>
    <p:sldLayoutId id="2147483683" r:id="rId7"/>
    <p:sldLayoutId id="2147483688" r:id="rId8"/>
    <p:sldLayoutId id="2147483685" r:id="rId9"/>
    <p:sldLayoutId id="2147483686" r:id="rId10"/>
    <p:sldLayoutId id="2147483687" r:id="rId11"/>
    <p:sldLayoutId id="2147483689" r:id="rId12"/>
    <p:sldLayoutId id="2147483682" r:id="rId13"/>
    <p:sldLayoutId id="2147483666" r:id="rId14"/>
    <p:sldLayoutId id="2147483679" r:id="rId15"/>
    <p:sldLayoutId id="2147483680" r:id="rId16"/>
    <p:sldLayoutId id="2147483667" r:id="rId17"/>
    <p:sldLayoutId id="2147483668" r:id="rId18"/>
    <p:sldLayoutId id="2147483669" r:id="rId19"/>
    <p:sldLayoutId id="2147483670" r:id="rId20"/>
    <p:sldLayoutId id="2147483690" r:id="rId21"/>
    <p:sldLayoutId id="2147483671" r:id="rId22"/>
    <p:sldLayoutId id="2147483672" r:id="rId23"/>
    <p:sldLayoutId id="2147483676" r:id="rId24"/>
    <p:sldLayoutId id="2147483678" r:id="rId25"/>
    <p:sldLayoutId id="2147483691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api.frankfurter.dev/v2/rates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F83BDFC-1EC8-D235-42C9-CE7CB956E8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r"/>
            <a:r>
              <a:rPr lang="da-DK" dirty="0"/>
              <a:t>Hjemmeopgave</a:t>
            </a:r>
          </a:p>
          <a:p>
            <a:pPr algn="r"/>
            <a:endParaRPr lang="da-DK" dirty="0"/>
          </a:p>
          <a:p>
            <a:pPr algn="r"/>
            <a:r>
              <a:rPr lang="da-DK" dirty="0"/>
              <a:t>Dataintegration II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F0AD39EC-8D75-272F-68FF-5A906DC704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algn="r"/>
            <a:r>
              <a:rPr lang="da-DK" dirty="0"/>
              <a:t>ØKIT, efterår </a:t>
            </a:r>
            <a:r>
              <a:rPr lang="da-DK"/>
              <a:t>2026</a:t>
            </a:r>
            <a:endParaRPr lang="da-DK" dirty="0"/>
          </a:p>
        </p:txBody>
      </p:sp>
      <p:pic>
        <p:nvPicPr>
          <p:cNvPr id="7" name="Pladsholder til billede 6" descr="Et billede, der indeholder tøj, person, Ansigt, indendørs&#10;&#10;AI-genereret indhold kan være ukorrekt.">
            <a:extLst>
              <a:ext uri="{FF2B5EF4-FFF2-40B4-BE49-F238E27FC236}">
                <a16:creationId xmlns:a16="http://schemas.microsoft.com/office/drawing/2014/main" id="{F63702B2-9EFA-5384-EECE-87F45FD2F78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-620619" y="914398"/>
            <a:ext cx="5253136" cy="5253135"/>
          </a:xfrm>
        </p:spPr>
      </p:pic>
    </p:spTree>
    <p:extLst>
      <p:ext uri="{BB962C8B-B14F-4D97-AF65-F5344CB8AC3E}">
        <p14:creationId xmlns:p14="http://schemas.microsoft.com/office/powerpoint/2010/main" val="1362165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CE328083-1F5D-9DFD-C4D1-868EAC110C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USD / DKK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C2D818D9-D655-CD11-81F7-88BFD678E1A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452558" y="2558265"/>
            <a:ext cx="5424508" cy="3181904"/>
          </a:xfrm>
        </p:spPr>
        <p:txBody>
          <a:bodyPr/>
          <a:lstStyle/>
          <a:p>
            <a:r>
              <a:rPr lang="da-DK" sz="1400" dirty="0">
                <a:latin typeface="+mn-lt"/>
              </a:rPr>
              <a:t>Dan en kursgraf, der viser udviklingen i USD mod  DKK. Brug </a:t>
            </a:r>
            <a:r>
              <a:rPr lang="da-DK" sz="1400" dirty="0" err="1">
                <a:latin typeface="+mn-lt"/>
              </a:rPr>
              <a:t>Frankfurter-API’et</a:t>
            </a:r>
            <a:r>
              <a:rPr lang="da-DK" sz="1400" dirty="0">
                <a:latin typeface="+mn-lt"/>
              </a:rPr>
              <a:t>.</a:t>
            </a:r>
          </a:p>
          <a:p>
            <a:endParaRPr lang="da-DK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latin typeface="+mn-lt"/>
              </a:rPr>
              <a:t>url = </a:t>
            </a:r>
            <a:r>
              <a:rPr lang="da-DK" sz="1400" dirty="0">
                <a:latin typeface="+mn-lt"/>
                <a:hlinkClick r:id="rId2"/>
              </a:rPr>
              <a:t>https://api.frankfurter.dev/v2/rates</a:t>
            </a:r>
            <a:endParaRPr lang="da-DK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params = { "from": "2025-01-01",  "to": "2025-12-31",    "base": "USD",    "quotes": "DKK"}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+mn-lt"/>
            </a:endParaRPr>
          </a:p>
          <a:p>
            <a:r>
              <a:rPr lang="en-US" sz="1400" dirty="0">
                <a:latin typeface="+mn-lt"/>
              </a:rPr>
              <a:t>Juster nu din </a:t>
            </a:r>
            <a:r>
              <a:rPr lang="en-US" sz="1400" dirty="0" err="1">
                <a:latin typeface="+mn-lt"/>
              </a:rPr>
              <a:t>kode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så</a:t>
            </a:r>
            <a:r>
              <a:rPr lang="en-US" sz="1400" dirty="0">
                <a:latin typeface="+mn-lt"/>
              </a:rPr>
              <a:t> du frit </a:t>
            </a:r>
            <a:r>
              <a:rPr lang="en-US" sz="1400" dirty="0" err="1">
                <a:latin typeface="+mn-lt"/>
              </a:rPr>
              <a:t>kan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vælge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valutaer</a:t>
            </a:r>
            <a:r>
              <a:rPr lang="en-US" sz="1400" dirty="0">
                <a:latin typeface="+mn-lt"/>
              </a:rPr>
              <a:t> og </a:t>
            </a:r>
            <a:r>
              <a:rPr lang="en-US" sz="1400" dirty="0" err="1">
                <a:latin typeface="+mn-lt"/>
              </a:rPr>
              <a:t>periode</a:t>
            </a:r>
            <a:r>
              <a:rPr lang="en-US" sz="1400" dirty="0">
                <a:latin typeface="+mn-lt"/>
              </a:rPr>
              <a:t>.</a:t>
            </a:r>
          </a:p>
          <a:p>
            <a:endParaRPr lang="en-US" sz="1400" dirty="0">
              <a:latin typeface="+mn-lt"/>
            </a:endParaRPr>
          </a:p>
          <a:p>
            <a:r>
              <a:rPr lang="en-US" sz="1400" dirty="0" err="1">
                <a:latin typeface="+mn-lt"/>
              </a:rPr>
              <a:t>Løsningsforslag</a:t>
            </a:r>
            <a:r>
              <a:rPr lang="en-US" sz="1400" dirty="0">
                <a:latin typeface="+mn-lt"/>
              </a:rPr>
              <a:t> </a:t>
            </a:r>
            <a:r>
              <a:rPr lang="en-US" sz="1400">
                <a:latin typeface="+mn-lt"/>
              </a:rPr>
              <a:t>i </a:t>
            </a:r>
            <a:r>
              <a:rPr lang="en-US" sz="1400" dirty="0" err="1">
                <a:latin typeface="+mn-lt"/>
              </a:rPr>
              <a:t>mappen</a:t>
            </a:r>
            <a:endParaRPr lang="da-DK" sz="1400" dirty="0">
              <a:latin typeface="+mn-lt"/>
            </a:endParaRPr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4846E697-DD87-26AF-77FC-4C0963BF9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34" y="2090057"/>
            <a:ext cx="5274208" cy="2966742"/>
          </a:xfrm>
          <a:prstGeom prst="rect">
            <a:avLst/>
          </a:prstGeom>
          <a:ln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865107493"/>
      </p:ext>
    </p:extLst>
  </p:cSld>
  <p:clrMapOvr>
    <a:masterClrMapping/>
  </p:clrMapOvr>
</p:sld>
</file>

<file path=ppt/theme/theme1.xml><?xml version="1.0" encoding="utf-8"?>
<a:theme xmlns:a="http://schemas.openxmlformats.org/drawingml/2006/main" name="Erhvervsakademi Aarhus">
  <a:themeElements>
    <a:clrScheme name="Brugerdefineret 1">
      <a:dk1>
        <a:sysClr val="windowText" lastClr="000000"/>
      </a:dk1>
      <a:lt1>
        <a:sysClr val="window" lastClr="FFFFFF"/>
      </a:lt1>
      <a:dk2>
        <a:srgbClr val="818A8F"/>
      </a:dk2>
      <a:lt2>
        <a:srgbClr val="E0E6E6"/>
      </a:lt2>
      <a:accent1>
        <a:srgbClr val="BED4DB"/>
      </a:accent1>
      <a:accent2>
        <a:srgbClr val="F4EBC0"/>
      </a:accent2>
      <a:accent3>
        <a:srgbClr val="F0E87D"/>
      </a:accent3>
      <a:accent4>
        <a:srgbClr val="80B4BF"/>
      </a:accent4>
      <a:accent5>
        <a:srgbClr val="F3F4F7"/>
      </a:accent5>
      <a:accent6>
        <a:srgbClr val="3A646D"/>
      </a:accent6>
      <a:hlink>
        <a:srgbClr val="0070C0"/>
      </a:hlink>
      <a:folHlink>
        <a:srgbClr val="532E60"/>
      </a:folHlink>
    </a:clrScheme>
    <a:fontScheme name="Erhvervsakademi Aarhus">
      <a:majorFont>
        <a:latin typeface="Montserrat Medium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-skabelon uden indhold, dansk  -  Skrivebeskyttet" id="{363E73E2-7A7B-4952-AE8C-D447D376FA21}" vid="{CC501A65-03DF-4975-ACA4-2D32FFB89635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27D6D28A4E3024898CEDF6BCEE0CA75" ma:contentTypeVersion="15" ma:contentTypeDescription="Opret et nyt dokument." ma:contentTypeScope="" ma:versionID="375c950afed99906638e8c93df33b113">
  <xsd:schema xmlns:xsd="http://www.w3.org/2001/XMLSchema" xmlns:xs="http://www.w3.org/2001/XMLSchema" xmlns:p="http://schemas.microsoft.com/office/2006/metadata/properties" xmlns:ns2="e7042a3e-177d-4746-859a-bfd76803216a" xmlns:ns3="9c595732-8be9-4d02-a63c-8290171736ff" targetNamespace="http://schemas.microsoft.com/office/2006/metadata/properties" ma:root="true" ma:fieldsID="c16db8e41df52ff3fd5a61846f102f0b" ns2:_="" ns3:_="">
    <xsd:import namespace="e7042a3e-177d-4746-859a-bfd76803216a"/>
    <xsd:import namespace="9c595732-8be9-4d02-a63c-8290171736f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042a3e-177d-4746-859a-bfd76803216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Billedmærker" ma:readOnly="false" ma:fieldId="{5cf76f15-5ced-4ddc-b409-7134ff3c332f}" ma:taxonomyMulti="true" ma:sspId="3273e385-a8b0-4d51-8803-6e97695cb93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595732-8be9-4d02-a63c-8290171736ff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f94c7b0-ced8-43bf-8037-3eefe45b6dbe}" ma:internalName="TaxCatchAll" ma:showField="CatchAllData" ma:web="9c595732-8be9-4d02-a63c-8290171736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042a3e-177d-4746-859a-bfd76803216a">
      <Terms xmlns="http://schemas.microsoft.com/office/infopath/2007/PartnerControls"/>
    </lcf76f155ced4ddcb4097134ff3c332f>
    <TaxCatchAll xmlns="9c595732-8be9-4d02-a63c-8290171736ff" xsi:nil="true"/>
  </documentManagement>
</p:properties>
</file>

<file path=customXml/itemProps1.xml><?xml version="1.0" encoding="utf-8"?>
<ds:datastoreItem xmlns:ds="http://schemas.openxmlformats.org/officeDocument/2006/customXml" ds:itemID="{61275A44-7BB9-4E74-8416-46CA0F91B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7042a3e-177d-4746-859a-bfd76803216a"/>
    <ds:schemaRef ds:uri="9c595732-8be9-4d02-a63c-8290171736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5CE3D-A327-42EE-A10E-76F0E86EB4B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809D19-8DB9-42AB-92EF-704D0A4F424F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purl.org/dc/dcmitype/"/>
    <ds:schemaRef ds:uri="http://www.w3.org/XML/1998/namespace"/>
    <ds:schemaRef ds:uri="http://purl.org/dc/terms/"/>
    <ds:schemaRef ds:uri="e7042a3e-177d-4746-859a-bfd76803216a"/>
    <ds:schemaRef ds:uri="9c595732-8be9-4d02-a63c-8290171736ff"/>
  </ds:schemaRefs>
</ds:datastoreItem>
</file>

<file path=docMetadata/LabelInfo.xml><?xml version="1.0" encoding="utf-8"?>
<clbl:labelList xmlns:clbl="http://schemas.microsoft.com/office/2020/mipLabelMetadata">
  <clbl:label id="{1b29427a-4ed3-4f0e-a3ff-ced1342f64ac}" enabled="0" method="" siteId="{1b29427a-4ed3-4f0e-a3ff-ced1342f64a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EAAA Officiel</Template>
  <TotalTime>7206</TotalTime>
  <Words>82</Words>
  <Application>Microsoft Office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2</vt:i4>
      </vt:variant>
    </vt:vector>
  </HeadingPairs>
  <TitlesOfParts>
    <vt:vector size="7" baseType="lpstr">
      <vt:lpstr>Aptos</vt:lpstr>
      <vt:lpstr>Arial</vt:lpstr>
      <vt:lpstr>Lucida Sans</vt:lpstr>
      <vt:lpstr>Montserrat</vt:lpstr>
      <vt:lpstr>Erhvervsakademi Aarhus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Aksel Boje Christensen (lektor – akch@eaaa.dk)</dc:creator>
  <cp:lastModifiedBy>Aksel Boje Christensen (lektor – akch@eaaa.dk)</cp:lastModifiedBy>
  <cp:revision>3</cp:revision>
  <dcterms:created xsi:type="dcterms:W3CDTF">2024-09-23T12:06:50Z</dcterms:created>
  <dcterms:modified xsi:type="dcterms:W3CDTF">2026-10-26T07:04:31Z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0x010100227D6D28A4E3024898CEDF6BCEE0CA75</vt:lpwstr>
  </property>
  <property fmtid="{D5CDD505-2E9C-101B-9397-08002B2CF9AE}" pid="3" name="MediaServiceImageTags">
    <vt:lpwstr/>
  </property>
</Properties>
</file>